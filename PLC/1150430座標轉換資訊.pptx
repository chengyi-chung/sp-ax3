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63" r:id="rId1"/>
  </p:sldMasterIdLst>
  <p:notesMasterIdLst>
    <p:notesMasterId r:id="rId13"/>
  </p:notesMasterIdLst>
  <p:handoutMasterIdLst>
    <p:handoutMasterId r:id="rId14"/>
  </p:handoutMasterIdLst>
  <p:sldIdLst>
    <p:sldId id="775" r:id="rId2"/>
    <p:sldId id="814" r:id="rId3"/>
    <p:sldId id="817" r:id="rId4"/>
    <p:sldId id="818" r:id="rId5"/>
    <p:sldId id="819" r:id="rId6"/>
    <p:sldId id="820" r:id="rId7"/>
    <p:sldId id="821" r:id="rId8"/>
    <p:sldId id="822" r:id="rId9"/>
    <p:sldId id="815" r:id="rId10"/>
    <p:sldId id="816" r:id="rId11"/>
    <p:sldId id="722" r:id="rId12"/>
  </p:sldIdLst>
  <p:sldSz cx="12192000" cy="6858000"/>
  <p:notesSz cx="9939338" cy="6807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1529D763-85F6-4BC9-9799-E4263933EC3B}">
          <p14:sldIdLst>
            <p14:sldId id="775"/>
            <p14:sldId id="814"/>
            <p14:sldId id="817"/>
            <p14:sldId id="818"/>
            <p14:sldId id="819"/>
            <p14:sldId id="820"/>
            <p14:sldId id="821"/>
            <p14:sldId id="822"/>
            <p14:sldId id="815"/>
            <p14:sldId id="816"/>
            <p14:sldId id="72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682" userDrawn="1">
          <p15:clr>
            <a:srgbClr val="A4A3A4"/>
          </p15:clr>
        </p15:guide>
        <p15:guide id="3" orient="horz" pos="903" userDrawn="1">
          <p15:clr>
            <a:srgbClr val="A4A3A4"/>
          </p15:clr>
        </p15:guide>
        <p15:guide id="4" orient="horz" pos="3858" userDrawn="1">
          <p15:clr>
            <a:srgbClr val="A4A3A4"/>
          </p15:clr>
        </p15:guide>
        <p15:guide id="5" orient="horz" pos="127" userDrawn="1">
          <p15:clr>
            <a:srgbClr val="A4A3A4"/>
          </p15:clr>
        </p15:guide>
        <p15:guide id="6" orient="horz" pos="4319" userDrawn="1">
          <p15:clr>
            <a:srgbClr val="A4A3A4"/>
          </p15:clr>
        </p15:guide>
        <p15:guide id="7" orient="horz" pos="4111" userDrawn="1">
          <p15:clr>
            <a:srgbClr val="A4A3A4"/>
          </p15:clr>
        </p15:guide>
        <p15:guide id="8" pos="3848" userDrawn="1">
          <p15:clr>
            <a:srgbClr val="A4A3A4"/>
          </p15:clr>
        </p15:guide>
        <p15:guide id="9" pos="381" userDrawn="1">
          <p15:clr>
            <a:srgbClr val="A4A3A4"/>
          </p15:clr>
        </p15:guide>
        <p15:guide id="10" pos="7297" userDrawn="1">
          <p15:clr>
            <a:srgbClr val="A4A3A4"/>
          </p15:clr>
        </p15:guide>
        <p15:guide id="11" pos="3916" userDrawn="1">
          <p15:clr>
            <a:srgbClr val="A4A3A4"/>
          </p15:clr>
        </p15:guide>
        <p15:guide id="12" pos="378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 userDrawn="1">
          <p15:clr>
            <a:srgbClr val="A4A3A4"/>
          </p15:clr>
        </p15:guide>
        <p15:guide id="2" pos="313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69B7"/>
    <a:srgbClr val="FF7D7D"/>
    <a:srgbClr val="E7CA19"/>
    <a:srgbClr val="F8E1A2"/>
    <a:srgbClr val="FF0066"/>
    <a:srgbClr val="FFD200"/>
    <a:srgbClr val="FFFFFF"/>
    <a:srgbClr val="404040"/>
    <a:srgbClr val="FFE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68" autoAdjust="0"/>
    <p:restoredTop sz="96242" autoAdjust="0"/>
  </p:normalViewPr>
  <p:slideViewPr>
    <p:cSldViewPr snapToGrid="0" snapToObjects="1" showGuides="1">
      <p:cViewPr varScale="1">
        <p:scale>
          <a:sx n="107" d="100"/>
          <a:sy n="107" d="100"/>
        </p:scale>
        <p:origin x="708" y="102"/>
      </p:cViewPr>
      <p:guideLst>
        <p:guide orient="horz" pos="2160"/>
        <p:guide orient="horz" pos="682"/>
        <p:guide orient="horz" pos="903"/>
        <p:guide orient="horz" pos="3858"/>
        <p:guide orient="horz" pos="127"/>
        <p:guide orient="horz" pos="4319"/>
        <p:guide orient="horz" pos="4111"/>
        <p:guide pos="3848"/>
        <p:guide pos="381"/>
        <p:guide pos="7297"/>
        <p:guide pos="3916"/>
        <p:guide pos="378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>
        <p:scale>
          <a:sx n="200" d="100"/>
          <a:sy n="200" d="100"/>
        </p:scale>
        <p:origin x="612" y="2742"/>
      </p:cViewPr>
      <p:guideLst>
        <p:guide orient="horz" pos="2144"/>
        <p:guide pos="313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黃富求" userId="8cbc07ac-216a-4749-b0b7-26030834dc85" providerId="ADAL" clId="{F73142B9-055D-4BFF-9D5C-7A6969F6A522}"/>
    <pc:docChg chg="undo redo custSel addSld delSld modSld sldOrd modSection">
      <pc:chgData name="黃富求" userId="8cbc07ac-216a-4749-b0b7-26030834dc85" providerId="ADAL" clId="{F73142B9-055D-4BFF-9D5C-7A6969F6A522}" dt="2026-08-13T03:41:58.142" v="5166" actId="20577"/>
      <pc:docMkLst>
        <pc:docMk/>
      </pc:docMkLst>
      <pc:sldChg chg="modSp mod ord">
        <pc:chgData name="黃富求" userId="8cbc07ac-216a-4749-b0b7-26030834dc85" providerId="ADAL" clId="{F73142B9-055D-4BFF-9D5C-7A6969F6A522}" dt="2026-08-11T01:14:32.835" v="1752" actId="20577"/>
        <pc:sldMkLst>
          <pc:docMk/>
          <pc:sldMk cId="3488159446" sldId="814"/>
        </pc:sldMkLst>
        <pc:spChg chg="mod">
          <ac:chgData name="黃富求" userId="8cbc07ac-216a-4749-b0b7-26030834dc85" providerId="ADAL" clId="{F73142B9-055D-4BFF-9D5C-7A6969F6A522}" dt="2026-08-11T01:14:32.835" v="1752" actId="20577"/>
          <ac:spMkLst>
            <pc:docMk/>
            <pc:sldMk cId="3488159446" sldId="814"/>
            <ac:spMk id="2" creationId="{66F9CE4C-3282-6FB9-1F9E-0A5F2B666C7A}"/>
          </ac:spMkLst>
        </pc:spChg>
      </pc:sldChg>
      <pc:sldChg chg="modSp mod">
        <pc:chgData name="黃富求" userId="8cbc07ac-216a-4749-b0b7-26030834dc85" providerId="ADAL" clId="{F73142B9-055D-4BFF-9D5C-7A6969F6A522}" dt="2026-08-11T01:10:27.106" v="1734" actId="20577"/>
        <pc:sldMkLst>
          <pc:docMk/>
          <pc:sldMk cId="2467412400" sldId="815"/>
        </pc:sldMkLst>
        <pc:spChg chg="mod">
          <ac:chgData name="黃富求" userId="8cbc07ac-216a-4749-b0b7-26030834dc85" providerId="ADAL" clId="{F73142B9-055D-4BFF-9D5C-7A6969F6A522}" dt="2026-08-11T01:10:27.106" v="1734" actId="20577"/>
          <ac:spMkLst>
            <pc:docMk/>
            <pc:sldMk cId="2467412400" sldId="815"/>
            <ac:spMk id="2" creationId="{25EBFF13-EC3C-82D9-9636-7D6C5E74B564}"/>
          </ac:spMkLst>
        </pc:spChg>
      </pc:sldChg>
      <pc:sldChg chg="addSp delSp modSp add mod">
        <pc:chgData name="黃富求" userId="8cbc07ac-216a-4749-b0b7-26030834dc85" providerId="ADAL" clId="{F73142B9-055D-4BFF-9D5C-7A6969F6A522}" dt="2026-08-11T01:09:30.581" v="1721"/>
        <pc:sldMkLst>
          <pc:docMk/>
          <pc:sldMk cId="3335596168" sldId="816"/>
        </pc:sldMkLst>
        <pc:spChg chg="add mod topLvl">
          <ac:chgData name="黃富求" userId="8cbc07ac-216a-4749-b0b7-26030834dc85" providerId="ADAL" clId="{F73142B9-055D-4BFF-9D5C-7A6969F6A522}" dt="2026-08-11T01:09:28.299" v="1720" actId="164"/>
          <ac:spMkLst>
            <pc:docMk/>
            <pc:sldMk cId="3335596168" sldId="816"/>
            <ac:spMk id="23" creationId="{34ED029F-ECDA-37D2-FB84-4FA4FC62F2EA}"/>
          </ac:spMkLst>
        </pc:spChg>
        <pc:spChg chg="add mod topLvl">
          <ac:chgData name="黃富求" userId="8cbc07ac-216a-4749-b0b7-26030834dc85" providerId="ADAL" clId="{F73142B9-055D-4BFF-9D5C-7A6969F6A522}" dt="2026-08-11T01:09:28.299" v="1720" actId="164"/>
          <ac:spMkLst>
            <pc:docMk/>
            <pc:sldMk cId="3335596168" sldId="816"/>
            <ac:spMk id="24" creationId="{41D8DFB2-96CE-C6EF-10D1-13E62585FB1F}"/>
          </ac:spMkLst>
        </pc:spChg>
        <pc:spChg chg="add mod topLvl">
          <ac:chgData name="黃富求" userId="8cbc07ac-216a-4749-b0b7-26030834dc85" providerId="ADAL" clId="{F73142B9-055D-4BFF-9D5C-7A6969F6A522}" dt="2026-08-11T01:09:28.299" v="1720" actId="164"/>
          <ac:spMkLst>
            <pc:docMk/>
            <pc:sldMk cId="3335596168" sldId="816"/>
            <ac:spMk id="25" creationId="{82F1F984-BC39-7A4E-9FFA-84B613A026B4}"/>
          </ac:spMkLst>
        </pc:spChg>
        <pc:spChg chg="add mod">
          <ac:chgData name="黃富求" userId="8cbc07ac-216a-4749-b0b7-26030834dc85" providerId="ADAL" clId="{F73142B9-055D-4BFF-9D5C-7A6969F6A522}" dt="2026-08-11T01:09:15.565" v="1719" actId="1036"/>
          <ac:spMkLst>
            <pc:docMk/>
            <pc:sldMk cId="3335596168" sldId="816"/>
            <ac:spMk id="26" creationId="{730968B4-3018-84F9-7171-FF3F3ADFDF8F}"/>
          </ac:spMkLst>
        </pc:spChg>
        <pc:spChg chg="add mod">
          <ac:chgData name="黃富求" userId="8cbc07ac-216a-4749-b0b7-26030834dc85" providerId="ADAL" clId="{F73142B9-055D-4BFF-9D5C-7A6969F6A522}" dt="2026-08-11T01:09:05.204" v="1709" actId="1076"/>
          <ac:spMkLst>
            <pc:docMk/>
            <pc:sldMk cId="3335596168" sldId="816"/>
            <ac:spMk id="45" creationId="{ED293758-D422-7D8B-A5BF-4EE4227C048B}"/>
          </ac:spMkLst>
        </pc:spChg>
        <pc:grpChg chg="add mod">
          <ac:chgData name="黃富求" userId="8cbc07ac-216a-4749-b0b7-26030834dc85" providerId="ADAL" clId="{F73142B9-055D-4BFF-9D5C-7A6969F6A522}" dt="2026-08-11T01:09:30.581" v="1721"/>
          <ac:grpSpMkLst>
            <pc:docMk/>
            <pc:sldMk cId="3335596168" sldId="816"/>
            <ac:grpSpMk id="6" creationId="{BC7BE031-4C98-F371-E56C-29CF385072A1}"/>
          </ac:grpSpMkLst>
        </pc:grpChg>
        <pc:picChg chg="add mod topLvl modCrop">
          <ac:chgData name="黃富求" userId="8cbc07ac-216a-4749-b0b7-26030834dc85" providerId="ADAL" clId="{F73142B9-055D-4BFF-9D5C-7A6969F6A522}" dt="2026-08-11T01:09:28.299" v="1720" actId="164"/>
          <ac:picMkLst>
            <pc:docMk/>
            <pc:sldMk cId="3335596168" sldId="816"/>
            <ac:picMk id="3" creationId="{873FAF74-C04A-32AE-4A79-C904CAC1DD2B}"/>
          </ac:picMkLst>
        </pc:picChg>
        <pc:cxnChg chg="add mod topLvl">
          <ac:chgData name="黃富求" userId="8cbc07ac-216a-4749-b0b7-26030834dc85" providerId="ADAL" clId="{F73142B9-055D-4BFF-9D5C-7A6969F6A522}" dt="2026-08-11T01:09:28.299" v="1720" actId="164"/>
          <ac:cxnSpMkLst>
            <pc:docMk/>
            <pc:sldMk cId="3335596168" sldId="816"/>
            <ac:cxnSpMk id="7" creationId="{27DE7F40-7957-9482-D378-46600BFE52CE}"/>
          </ac:cxnSpMkLst>
        </pc:cxnChg>
        <pc:cxnChg chg="add mod topLvl">
          <ac:chgData name="黃富求" userId="8cbc07ac-216a-4749-b0b7-26030834dc85" providerId="ADAL" clId="{F73142B9-055D-4BFF-9D5C-7A6969F6A522}" dt="2026-08-11T01:09:28.299" v="1720" actId="164"/>
          <ac:cxnSpMkLst>
            <pc:docMk/>
            <pc:sldMk cId="3335596168" sldId="816"/>
            <ac:cxnSpMk id="12" creationId="{3E8ADC6E-C595-36A1-8FD3-EB21A036D1E4}"/>
          </ac:cxnSpMkLst>
        </pc:cxnChg>
        <pc:cxnChg chg="add mod topLvl">
          <ac:chgData name="黃富求" userId="8cbc07ac-216a-4749-b0b7-26030834dc85" providerId="ADAL" clId="{F73142B9-055D-4BFF-9D5C-7A6969F6A522}" dt="2026-08-11T01:09:28.299" v="1720" actId="164"/>
          <ac:cxnSpMkLst>
            <pc:docMk/>
            <pc:sldMk cId="3335596168" sldId="816"/>
            <ac:cxnSpMk id="15" creationId="{A958AE15-B93C-82F1-2184-2F1851C1AA2A}"/>
          </ac:cxnSpMkLst>
        </pc:cxnChg>
      </pc:sldChg>
      <pc:sldChg chg="addSp delSp modSp add mod">
        <pc:chgData name="黃富求" userId="8cbc07ac-216a-4749-b0b7-26030834dc85" providerId="ADAL" clId="{F73142B9-055D-4BFF-9D5C-7A6969F6A522}" dt="2026-08-13T03:21:24.358" v="4404" actId="478"/>
        <pc:sldMkLst>
          <pc:docMk/>
          <pc:sldMk cId="1253827781" sldId="817"/>
        </pc:sldMkLst>
        <pc:spChg chg="mod">
          <ac:chgData name="黃富求" userId="8cbc07ac-216a-4749-b0b7-26030834dc85" providerId="ADAL" clId="{F73142B9-055D-4BFF-9D5C-7A6969F6A522}" dt="2026-08-11T01:15:06.408" v="1799" actId="20577"/>
          <ac:spMkLst>
            <pc:docMk/>
            <pc:sldMk cId="1253827781" sldId="817"/>
            <ac:spMk id="2" creationId="{CD9867FF-6A34-F0E9-2976-FBADAA55BD7E}"/>
          </ac:spMkLst>
        </pc:spChg>
        <pc:spChg chg="mod">
          <ac:chgData name="黃富求" userId="8cbc07ac-216a-4749-b0b7-26030834dc85" providerId="ADAL" clId="{F73142B9-055D-4BFF-9D5C-7A6969F6A522}" dt="2026-08-13T02:19:42.761" v="3466" actId="20577"/>
          <ac:spMkLst>
            <pc:docMk/>
            <pc:sldMk cId="1253827781" sldId="817"/>
            <ac:spMk id="4" creationId="{3B450828-088D-E281-6396-A5F47157089F}"/>
          </ac:spMkLst>
        </pc:spChg>
        <pc:spChg chg="del">
          <ac:chgData name="黃富求" userId="8cbc07ac-216a-4749-b0b7-26030834dc85" providerId="ADAL" clId="{F73142B9-055D-4BFF-9D5C-7A6969F6A522}" dt="2026-08-13T03:21:24.358" v="4404" actId="478"/>
          <ac:spMkLst>
            <pc:docMk/>
            <pc:sldMk cId="1253827781" sldId="817"/>
            <ac:spMk id="5" creationId="{5785CF33-37AC-9658-929A-2F7A7248B6CA}"/>
          </ac:spMkLst>
        </pc:spChg>
        <pc:spChg chg="add del mod">
          <ac:chgData name="黃富求" userId="8cbc07ac-216a-4749-b0b7-26030834dc85" providerId="ADAL" clId="{F73142B9-055D-4BFF-9D5C-7A6969F6A522}" dt="2026-08-13T02:48:33.689" v="3898" actId="478"/>
          <ac:spMkLst>
            <pc:docMk/>
            <pc:sldMk cId="1253827781" sldId="817"/>
            <ac:spMk id="6" creationId="{559E0E88-E217-D991-19CC-425D4F28C3D6}"/>
          </ac:spMkLst>
        </pc:spChg>
        <pc:spChg chg="add del mod">
          <ac:chgData name="黃富求" userId="8cbc07ac-216a-4749-b0b7-26030834dc85" providerId="ADAL" clId="{F73142B9-055D-4BFF-9D5C-7A6969F6A522}" dt="2026-08-13T02:10:12.791" v="3371" actId="478"/>
          <ac:spMkLst>
            <pc:docMk/>
            <pc:sldMk cId="1253827781" sldId="817"/>
            <ac:spMk id="7" creationId="{479990CC-54D9-AEE0-E061-E18FB3467760}"/>
          </ac:spMkLst>
        </pc:spChg>
        <pc:spChg chg="add del mod">
          <ac:chgData name="黃富求" userId="8cbc07ac-216a-4749-b0b7-26030834dc85" providerId="ADAL" clId="{F73142B9-055D-4BFF-9D5C-7A6969F6A522}" dt="2026-08-13T02:10:12.791" v="3371" actId="478"/>
          <ac:spMkLst>
            <pc:docMk/>
            <pc:sldMk cId="1253827781" sldId="817"/>
            <ac:spMk id="8" creationId="{66B8AC24-C37E-0E9F-3956-549880981C34}"/>
          </ac:spMkLst>
        </pc:spChg>
        <pc:spChg chg="mod">
          <ac:chgData name="黃富求" userId="8cbc07ac-216a-4749-b0b7-26030834dc85" providerId="ADAL" clId="{F73142B9-055D-4BFF-9D5C-7A6969F6A522}" dt="2026-08-12T05:54:29.789" v="3256" actId="20577"/>
          <ac:spMkLst>
            <pc:docMk/>
            <pc:sldMk cId="1253827781" sldId="817"/>
            <ac:spMk id="9" creationId="{D05918D3-C56F-D54A-C2C5-4AB6BCF7761F}"/>
          </ac:spMkLst>
        </pc:spChg>
        <pc:spChg chg="add del mod">
          <ac:chgData name="黃富求" userId="8cbc07ac-216a-4749-b0b7-26030834dc85" providerId="ADAL" clId="{F73142B9-055D-4BFF-9D5C-7A6969F6A522}" dt="2026-08-13T02:10:12.791" v="3371" actId="478"/>
          <ac:spMkLst>
            <pc:docMk/>
            <pc:sldMk cId="1253827781" sldId="817"/>
            <ac:spMk id="12" creationId="{A131F8EF-58C6-6BA8-3796-BEDF328E375C}"/>
          </ac:spMkLst>
        </pc:spChg>
        <pc:spChg chg="add del mod">
          <ac:chgData name="黃富求" userId="8cbc07ac-216a-4749-b0b7-26030834dc85" providerId="ADAL" clId="{F73142B9-055D-4BFF-9D5C-7A6969F6A522}" dt="2026-08-13T02:10:12.791" v="3371" actId="478"/>
          <ac:spMkLst>
            <pc:docMk/>
            <pc:sldMk cId="1253827781" sldId="817"/>
            <ac:spMk id="13" creationId="{6E6CCAEC-1167-A8B2-31CD-E8FF4317EF2E}"/>
          </ac:spMkLst>
        </pc:spChg>
        <pc:spChg chg="add mod">
          <ac:chgData name="黃富求" userId="8cbc07ac-216a-4749-b0b7-26030834dc85" providerId="ADAL" clId="{F73142B9-055D-4BFF-9D5C-7A6969F6A522}" dt="2026-08-12T05:50:30.533" v="3050" actId="20577"/>
          <ac:spMkLst>
            <pc:docMk/>
            <pc:sldMk cId="1253827781" sldId="817"/>
            <ac:spMk id="14" creationId="{49DDAAAA-67FC-0C8F-F8BF-6537D3E21DB3}"/>
          </ac:spMkLst>
        </pc:spChg>
        <pc:spChg chg="add del mod">
          <ac:chgData name="黃富求" userId="8cbc07ac-216a-4749-b0b7-26030834dc85" providerId="ADAL" clId="{F73142B9-055D-4BFF-9D5C-7A6969F6A522}" dt="2026-08-13T02:48:33.689" v="3898" actId="478"/>
          <ac:spMkLst>
            <pc:docMk/>
            <pc:sldMk cId="1253827781" sldId="817"/>
            <ac:spMk id="15" creationId="{201B3161-D74B-AE9D-1850-4CC68C98986A}"/>
          </ac:spMkLst>
        </pc:spChg>
        <pc:spChg chg="add del mod">
          <ac:chgData name="黃富求" userId="8cbc07ac-216a-4749-b0b7-26030834dc85" providerId="ADAL" clId="{F73142B9-055D-4BFF-9D5C-7A6969F6A522}" dt="2026-08-13T02:48:33.689" v="3898" actId="478"/>
          <ac:spMkLst>
            <pc:docMk/>
            <pc:sldMk cId="1253827781" sldId="817"/>
            <ac:spMk id="17" creationId="{C8D539EF-C4C5-C304-18EF-0FC883F1E983}"/>
          </ac:spMkLst>
        </pc:spChg>
        <pc:spChg chg="add del mod">
          <ac:chgData name="黃富求" userId="8cbc07ac-216a-4749-b0b7-26030834dc85" providerId="ADAL" clId="{F73142B9-055D-4BFF-9D5C-7A6969F6A522}" dt="2026-08-13T02:48:33.689" v="3898" actId="478"/>
          <ac:spMkLst>
            <pc:docMk/>
            <pc:sldMk cId="1253827781" sldId="817"/>
            <ac:spMk id="18" creationId="{19A910D5-6D0F-40A8-48BA-98C0C2C71E82}"/>
          </ac:spMkLst>
        </pc:spChg>
        <pc:spChg chg="add del mod">
          <ac:chgData name="黃富求" userId="8cbc07ac-216a-4749-b0b7-26030834dc85" providerId="ADAL" clId="{F73142B9-055D-4BFF-9D5C-7A6969F6A522}" dt="2026-08-13T02:10:16.199" v="3373" actId="478"/>
          <ac:spMkLst>
            <pc:docMk/>
            <pc:sldMk cId="1253827781" sldId="817"/>
            <ac:spMk id="19" creationId="{8D972C31-A3B3-64F9-3999-075C958B453D}"/>
          </ac:spMkLst>
        </pc:spChg>
        <pc:spChg chg="add del mod">
          <ac:chgData name="黃富求" userId="8cbc07ac-216a-4749-b0b7-26030834dc85" providerId="ADAL" clId="{F73142B9-055D-4BFF-9D5C-7A6969F6A522}" dt="2026-08-13T02:10:16.199" v="3373" actId="478"/>
          <ac:spMkLst>
            <pc:docMk/>
            <pc:sldMk cId="1253827781" sldId="817"/>
            <ac:spMk id="21" creationId="{8110F33F-9E03-B0DD-2D79-15C3427CE7B6}"/>
          </ac:spMkLst>
        </pc:spChg>
        <pc:spChg chg="add del mod">
          <ac:chgData name="黃富求" userId="8cbc07ac-216a-4749-b0b7-26030834dc85" providerId="ADAL" clId="{F73142B9-055D-4BFF-9D5C-7A6969F6A522}" dt="2026-08-12T05:57:12.077" v="3308" actId="478"/>
          <ac:spMkLst>
            <pc:docMk/>
            <pc:sldMk cId="1253827781" sldId="817"/>
            <ac:spMk id="22" creationId="{0B3109E9-4B8D-FBC9-1A6D-547C6BDBED30}"/>
          </ac:spMkLst>
        </pc:spChg>
        <pc:spChg chg="add del mod">
          <ac:chgData name="黃富求" userId="8cbc07ac-216a-4749-b0b7-26030834dc85" providerId="ADAL" clId="{F73142B9-055D-4BFF-9D5C-7A6969F6A522}" dt="2026-08-13T02:10:16.199" v="3373" actId="478"/>
          <ac:spMkLst>
            <pc:docMk/>
            <pc:sldMk cId="1253827781" sldId="817"/>
            <ac:spMk id="22" creationId="{BB3F0DCC-24C5-B39C-B8BD-A8C1F98F4624}"/>
          </ac:spMkLst>
        </pc:spChg>
        <pc:spChg chg="add del mod">
          <ac:chgData name="黃富求" userId="8cbc07ac-216a-4749-b0b7-26030834dc85" providerId="ADAL" clId="{F73142B9-055D-4BFF-9D5C-7A6969F6A522}" dt="2026-08-13T02:18:30.282" v="3451" actId="478"/>
          <ac:spMkLst>
            <pc:docMk/>
            <pc:sldMk cId="1253827781" sldId="817"/>
            <ac:spMk id="24" creationId="{EAE2EACF-D222-FABF-BB9F-EE5DDB3BDF86}"/>
          </ac:spMkLst>
        </pc:spChg>
        <pc:spChg chg="add del mod">
          <ac:chgData name="黃富求" userId="8cbc07ac-216a-4749-b0b7-26030834dc85" providerId="ADAL" clId="{F73142B9-055D-4BFF-9D5C-7A6969F6A522}" dt="2026-08-13T02:48:33.689" v="3898" actId="478"/>
          <ac:spMkLst>
            <pc:docMk/>
            <pc:sldMk cId="1253827781" sldId="817"/>
            <ac:spMk id="25" creationId="{AD624CBA-AB9D-7BFA-53CF-854C9562B4EB}"/>
          </ac:spMkLst>
        </pc:spChg>
        <pc:spChg chg="add del mod">
          <ac:chgData name="黃富求" userId="8cbc07ac-216a-4749-b0b7-26030834dc85" providerId="ADAL" clId="{F73142B9-055D-4BFF-9D5C-7A6969F6A522}" dt="2026-08-13T03:21:16.666" v="4401" actId="478"/>
          <ac:spMkLst>
            <pc:docMk/>
            <pc:sldMk cId="1253827781" sldId="817"/>
            <ac:spMk id="26" creationId="{5C5A87F6-8721-927F-952A-189979A40108}"/>
          </ac:spMkLst>
        </pc:spChg>
        <pc:spChg chg="add del mod">
          <ac:chgData name="黃富求" userId="8cbc07ac-216a-4749-b0b7-26030834dc85" providerId="ADAL" clId="{F73142B9-055D-4BFF-9D5C-7A6969F6A522}" dt="2026-08-13T02:17:32.443" v="3419"/>
          <ac:spMkLst>
            <pc:docMk/>
            <pc:sldMk cId="1253827781" sldId="817"/>
            <ac:spMk id="27" creationId="{F012C460-A307-1ED2-A9C4-CB26607060F2}"/>
          </ac:spMkLst>
        </pc:spChg>
        <pc:spChg chg="add del mod">
          <ac:chgData name="黃富求" userId="8cbc07ac-216a-4749-b0b7-26030834dc85" providerId="ADAL" clId="{F73142B9-055D-4BFF-9D5C-7A6969F6A522}" dt="2026-08-13T03:21:16.666" v="4401" actId="478"/>
          <ac:spMkLst>
            <pc:docMk/>
            <pc:sldMk cId="1253827781" sldId="817"/>
            <ac:spMk id="28" creationId="{B9B9D0D5-7A4E-146F-5C33-327F26904B5C}"/>
          </ac:spMkLst>
        </pc:spChg>
        <pc:spChg chg="add del mod">
          <ac:chgData name="黃富求" userId="8cbc07ac-216a-4749-b0b7-26030834dc85" providerId="ADAL" clId="{F73142B9-055D-4BFF-9D5C-7A6969F6A522}" dt="2026-08-13T03:21:16.666" v="4401" actId="478"/>
          <ac:spMkLst>
            <pc:docMk/>
            <pc:sldMk cId="1253827781" sldId="817"/>
            <ac:spMk id="30" creationId="{1B80F0AC-E70E-F2EC-D140-B87EE4B26123}"/>
          </ac:spMkLst>
        </pc:spChg>
        <pc:spChg chg="add del mod">
          <ac:chgData name="黃富求" userId="8cbc07ac-216a-4749-b0b7-26030834dc85" providerId="ADAL" clId="{F73142B9-055D-4BFF-9D5C-7A6969F6A522}" dt="2026-08-13T03:21:19.922" v="4402" actId="478"/>
          <ac:spMkLst>
            <pc:docMk/>
            <pc:sldMk cId="1253827781" sldId="817"/>
            <ac:spMk id="31" creationId="{AB87BF13-92CF-D06B-BF19-D49E2C23A44E}"/>
          </ac:spMkLst>
        </pc:spChg>
        <pc:spChg chg="add del mod">
          <ac:chgData name="黃富求" userId="8cbc07ac-216a-4749-b0b7-26030834dc85" providerId="ADAL" clId="{F73142B9-055D-4BFF-9D5C-7A6969F6A522}" dt="2026-08-13T02:48:39.093" v="3900" actId="478"/>
          <ac:spMkLst>
            <pc:docMk/>
            <pc:sldMk cId="1253827781" sldId="817"/>
            <ac:spMk id="32" creationId="{655FE76F-DC70-2C11-50A1-E7F145FE6873}"/>
          </ac:spMkLst>
        </pc:spChg>
        <pc:spChg chg="add del mod">
          <ac:chgData name="黃富求" userId="8cbc07ac-216a-4749-b0b7-26030834dc85" providerId="ADAL" clId="{F73142B9-055D-4BFF-9D5C-7A6969F6A522}" dt="2026-08-13T02:48:39.093" v="3900" actId="478"/>
          <ac:spMkLst>
            <pc:docMk/>
            <pc:sldMk cId="1253827781" sldId="817"/>
            <ac:spMk id="34" creationId="{4D76C313-243E-68E1-EC77-1100C8D8DCE8}"/>
          </ac:spMkLst>
        </pc:spChg>
        <pc:spChg chg="add del mod">
          <ac:chgData name="黃富求" userId="8cbc07ac-216a-4749-b0b7-26030834dc85" providerId="ADAL" clId="{F73142B9-055D-4BFF-9D5C-7A6969F6A522}" dt="2026-08-13T02:48:39.093" v="3900" actId="478"/>
          <ac:spMkLst>
            <pc:docMk/>
            <pc:sldMk cId="1253827781" sldId="817"/>
            <ac:spMk id="35" creationId="{341E878D-09BA-3D41-7660-85DAAFBDD172}"/>
          </ac:spMkLst>
        </pc:spChg>
        <pc:spChg chg="add del mod">
          <ac:chgData name="黃富求" userId="8cbc07ac-216a-4749-b0b7-26030834dc85" providerId="ADAL" clId="{F73142B9-055D-4BFF-9D5C-7A6969F6A522}" dt="2026-08-13T03:21:16.666" v="4401" actId="478"/>
          <ac:spMkLst>
            <pc:docMk/>
            <pc:sldMk cId="1253827781" sldId="817"/>
            <ac:spMk id="36" creationId="{3E1F8A56-D804-39BC-7DAB-EE1E0314F731}"/>
          </ac:spMkLst>
        </pc:spChg>
        <pc:spChg chg="del">
          <ac:chgData name="黃富求" userId="8cbc07ac-216a-4749-b0b7-26030834dc85" providerId="ADAL" clId="{F73142B9-055D-4BFF-9D5C-7A6969F6A522}" dt="2026-08-13T02:48:39.093" v="3900" actId="478"/>
          <ac:spMkLst>
            <pc:docMk/>
            <pc:sldMk cId="1253827781" sldId="817"/>
            <ac:spMk id="37" creationId="{6F836A8B-2610-D483-C100-5BD72A2C4BEC}"/>
          </ac:spMkLst>
        </pc:spChg>
        <pc:spChg chg="add del mod">
          <ac:chgData name="黃富求" userId="8cbc07ac-216a-4749-b0b7-26030834dc85" providerId="ADAL" clId="{F73142B9-055D-4BFF-9D5C-7A6969F6A522}" dt="2026-08-13T02:48:39.093" v="3900" actId="478"/>
          <ac:spMkLst>
            <pc:docMk/>
            <pc:sldMk cId="1253827781" sldId="817"/>
            <ac:spMk id="38" creationId="{6F7E5330-8FB0-7507-9ABF-5660A25E3C78}"/>
          </ac:spMkLst>
        </pc:spChg>
        <pc:spChg chg="add del mod">
          <ac:chgData name="黃富求" userId="8cbc07ac-216a-4749-b0b7-26030834dc85" providerId="ADAL" clId="{F73142B9-055D-4BFF-9D5C-7A6969F6A522}" dt="2026-08-13T02:48:39.093" v="3900" actId="478"/>
          <ac:spMkLst>
            <pc:docMk/>
            <pc:sldMk cId="1253827781" sldId="817"/>
            <ac:spMk id="40" creationId="{FAECBB9B-EC8B-AC67-4A28-1A58B546497F}"/>
          </ac:spMkLst>
        </pc:spChg>
        <pc:spChg chg="add mod">
          <ac:chgData name="黃富求" userId="8cbc07ac-216a-4749-b0b7-26030834dc85" providerId="ADAL" clId="{F73142B9-055D-4BFF-9D5C-7A6969F6A522}" dt="2026-08-13T03:21:20.136" v="4403"/>
          <ac:spMkLst>
            <pc:docMk/>
            <pc:sldMk cId="1253827781" sldId="817"/>
            <ac:spMk id="41" creationId="{F848C23F-9F17-515D-15A4-7EADF0DF89E0}"/>
          </ac:spMkLst>
        </pc:spChg>
        <pc:spChg chg="add mod">
          <ac:chgData name="黃富求" userId="8cbc07ac-216a-4749-b0b7-26030834dc85" providerId="ADAL" clId="{F73142B9-055D-4BFF-9D5C-7A6969F6A522}" dt="2026-08-13T03:21:20.136" v="4403"/>
          <ac:spMkLst>
            <pc:docMk/>
            <pc:sldMk cId="1253827781" sldId="817"/>
            <ac:spMk id="42" creationId="{927D8D7C-3A97-8905-BB8F-3C52132F8EE8}"/>
          </ac:spMkLst>
        </pc:spChg>
        <pc:spChg chg="add mod">
          <ac:chgData name="黃富求" userId="8cbc07ac-216a-4749-b0b7-26030834dc85" providerId="ADAL" clId="{F73142B9-055D-4BFF-9D5C-7A6969F6A522}" dt="2026-08-13T03:21:20.136" v="4403"/>
          <ac:spMkLst>
            <pc:docMk/>
            <pc:sldMk cId="1253827781" sldId="817"/>
            <ac:spMk id="45" creationId="{6F5B4768-F17A-A047-010E-175D1DB921EF}"/>
          </ac:spMkLst>
        </pc:spChg>
        <pc:spChg chg="add del mod">
          <ac:chgData name="黃富求" userId="8cbc07ac-216a-4749-b0b7-26030834dc85" providerId="ADAL" clId="{F73142B9-055D-4BFF-9D5C-7A6969F6A522}" dt="2026-08-12T05:57:12.077" v="3308" actId="478"/>
          <ac:spMkLst>
            <pc:docMk/>
            <pc:sldMk cId="1253827781" sldId="817"/>
            <ac:spMk id="46" creationId="{2AFD263A-CC89-8DBB-A6F5-E59426FFAF79}"/>
          </ac:spMkLst>
        </pc:spChg>
        <pc:spChg chg="add del mod">
          <ac:chgData name="黃富求" userId="8cbc07ac-216a-4749-b0b7-26030834dc85" providerId="ADAL" clId="{F73142B9-055D-4BFF-9D5C-7A6969F6A522}" dt="2026-08-13T03:21:24.358" v="4404" actId="478"/>
          <ac:spMkLst>
            <pc:docMk/>
            <pc:sldMk cId="1253827781" sldId="817"/>
            <ac:spMk id="46" creationId="{E469021F-D5B1-976D-00D9-429ECF84B522}"/>
          </ac:spMkLst>
        </pc:spChg>
        <pc:spChg chg="add del mod">
          <ac:chgData name="黃富求" userId="8cbc07ac-216a-4749-b0b7-26030834dc85" providerId="ADAL" clId="{F73142B9-055D-4BFF-9D5C-7A6969F6A522}" dt="2026-08-13T03:21:24.358" v="4404" actId="478"/>
          <ac:spMkLst>
            <pc:docMk/>
            <pc:sldMk cId="1253827781" sldId="817"/>
            <ac:spMk id="48" creationId="{536C5E19-67FF-2937-F2A2-1CC743D25A6F}"/>
          </ac:spMkLst>
        </pc:spChg>
        <pc:spChg chg="add del mod">
          <ac:chgData name="黃富求" userId="8cbc07ac-216a-4749-b0b7-26030834dc85" providerId="ADAL" clId="{F73142B9-055D-4BFF-9D5C-7A6969F6A522}" dt="2026-08-13T03:21:24.358" v="4404" actId="478"/>
          <ac:spMkLst>
            <pc:docMk/>
            <pc:sldMk cId="1253827781" sldId="817"/>
            <ac:spMk id="49" creationId="{4844BB34-3082-7E43-A8C7-7CBA463F3A16}"/>
          </ac:spMkLst>
        </pc:spChg>
        <pc:spChg chg="add mod">
          <ac:chgData name="黃富求" userId="8cbc07ac-216a-4749-b0b7-26030834dc85" providerId="ADAL" clId="{F73142B9-055D-4BFF-9D5C-7A6969F6A522}" dt="2026-08-13T03:21:20.136" v="4403"/>
          <ac:spMkLst>
            <pc:docMk/>
            <pc:sldMk cId="1253827781" sldId="817"/>
            <ac:spMk id="50" creationId="{997C81F5-1BA2-41F7-0B47-2032C8E58ED3}"/>
          </ac:spMkLst>
        </pc:spChg>
        <pc:spChg chg="add del mod">
          <ac:chgData name="黃富求" userId="8cbc07ac-216a-4749-b0b7-26030834dc85" providerId="ADAL" clId="{F73142B9-055D-4BFF-9D5C-7A6969F6A522}" dt="2026-08-12T05:57:12.077" v="3308" actId="478"/>
          <ac:spMkLst>
            <pc:docMk/>
            <pc:sldMk cId="1253827781" sldId="817"/>
            <ac:spMk id="50" creationId="{A040E35A-3C2A-3E88-6637-4752B99A0F15}"/>
          </ac:spMkLst>
        </pc:spChg>
        <pc:spChg chg="del">
          <ac:chgData name="黃富求" userId="8cbc07ac-216a-4749-b0b7-26030834dc85" providerId="ADAL" clId="{F73142B9-055D-4BFF-9D5C-7A6969F6A522}" dt="2026-08-13T03:21:24.358" v="4404" actId="478"/>
          <ac:spMkLst>
            <pc:docMk/>
            <pc:sldMk cId="1253827781" sldId="817"/>
            <ac:spMk id="51" creationId="{7A57C125-1DC8-FE9D-1965-482CE01B010B}"/>
          </ac:spMkLst>
        </pc:spChg>
        <pc:spChg chg="add del mod">
          <ac:chgData name="黃富求" userId="8cbc07ac-216a-4749-b0b7-26030834dc85" providerId="ADAL" clId="{F73142B9-055D-4BFF-9D5C-7A6969F6A522}" dt="2026-08-12T05:57:12.077" v="3308" actId="478"/>
          <ac:spMkLst>
            <pc:docMk/>
            <pc:sldMk cId="1253827781" sldId="817"/>
            <ac:spMk id="52" creationId="{125F8702-39AC-5AE4-C49E-66A8C3671CD4}"/>
          </ac:spMkLst>
        </pc:spChg>
        <pc:spChg chg="del">
          <ac:chgData name="黃富求" userId="8cbc07ac-216a-4749-b0b7-26030834dc85" providerId="ADAL" clId="{F73142B9-055D-4BFF-9D5C-7A6969F6A522}" dt="2026-08-13T03:21:24.358" v="4404" actId="478"/>
          <ac:spMkLst>
            <pc:docMk/>
            <pc:sldMk cId="1253827781" sldId="817"/>
            <ac:spMk id="52" creationId="{CA94B1D2-45F5-84F7-6A47-2B5BAFF462B0}"/>
          </ac:spMkLst>
        </pc:spChg>
        <pc:spChg chg="add del mod">
          <ac:chgData name="黃富求" userId="8cbc07ac-216a-4749-b0b7-26030834dc85" providerId="ADAL" clId="{F73142B9-055D-4BFF-9D5C-7A6969F6A522}" dt="2026-08-13T03:21:24.358" v="4404" actId="478"/>
          <ac:spMkLst>
            <pc:docMk/>
            <pc:sldMk cId="1253827781" sldId="817"/>
            <ac:spMk id="55" creationId="{45658D79-EFD5-F8EE-CF0A-6DEABBF901E0}"/>
          </ac:spMkLst>
        </pc:spChg>
        <pc:spChg chg="add del mod">
          <ac:chgData name="黃富求" userId="8cbc07ac-216a-4749-b0b7-26030834dc85" providerId="ADAL" clId="{F73142B9-055D-4BFF-9D5C-7A6969F6A522}" dt="2026-08-13T03:21:24.358" v="4404" actId="478"/>
          <ac:spMkLst>
            <pc:docMk/>
            <pc:sldMk cId="1253827781" sldId="817"/>
            <ac:spMk id="56" creationId="{81C90308-49DD-5E27-6E8B-B6DBCA8C8BEE}"/>
          </ac:spMkLst>
        </pc:spChg>
        <pc:spChg chg="del">
          <ac:chgData name="黃富求" userId="8cbc07ac-216a-4749-b0b7-26030834dc85" providerId="ADAL" clId="{F73142B9-055D-4BFF-9D5C-7A6969F6A522}" dt="2026-08-13T03:21:24.358" v="4404" actId="478"/>
          <ac:spMkLst>
            <pc:docMk/>
            <pc:sldMk cId="1253827781" sldId="817"/>
            <ac:spMk id="58" creationId="{5AE2048E-1254-E18A-45D2-5D9D704E5429}"/>
          </ac:spMkLst>
        </pc:spChg>
        <pc:spChg chg="add del mod">
          <ac:chgData name="黃富求" userId="8cbc07ac-216a-4749-b0b7-26030834dc85" providerId="ADAL" clId="{F73142B9-055D-4BFF-9D5C-7A6969F6A522}" dt="2026-08-13T03:21:24.358" v="4404" actId="478"/>
          <ac:spMkLst>
            <pc:docMk/>
            <pc:sldMk cId="1253827781" sldId="817"/>
            <ac:spMk id="59" creationId="{DAE62BBD-BAD1-3497-9C07-88F35FE41373}"/>
          </ac:spMkLst>
        </pc:spChg>
        <pc:picChg chg="mod topLvl">
          <ac:chgData name="黃富求" userId="8cbc07ac-216a-4749-b0b7-26030834dc85" providerId="ADAL" clId="{F73142B9-055D-4BFF-9D5C-7A6969F6A522}" dt="2026-08-13T02:20:12.523" v="3471" actId="14100"/>
          <ac:picMkLst>
            <pc:docMk/>
            <pc:sldMk cId="1253827781" sldId="817"/>
            <ac:picMk id="3" creationId="{1D94E0A5-154E-D5DE-9255-D90861A86DDF}"/>
          </ac:picMkLst>
        </pc:picChg>
        <pc:cxnChg chg="add del mod">
          <ac:chgData name="黃富求" userId="8cbc07ac-216a-4749-b0b7-26030834dc85" providerId="ADAL" clId="{F73142B9-055D-4BFF-9D5C-7A6969F6A522}" dt="2026-08-13T02:10:12.791" v="3371" actId="478"/>
          <ac:cxnSpMkLst>
            <pc:docMk/>
            <pc:sldMk cId="1253827781" sldId="817"/>
            <ac:cxnSpMk id="11" creationId="{8E5C1477-C970-57EA-54C0-6E9ABF13E213}"/>
          </ac:cxnSpMkLst>
        </pc:cxnChg>
        <pc:cxnChg chg="add del mod">
          <ac:chgData name="黃富求" userId="8cbc07ac-216a-4749-b0b7-26030834dc85" providerId="ADAL" clId="{F73142B9-055D-4BFF-9D5C-7A6969F6A522}" dt="2026-08-13T02:48:33.689" v="3898" actId="478"/>
          <ac:cxnSpMkLst>
            <pc:docMk/>
            <pc:sldMk cId="1253827781" sldId="817"/>
            <ac:cxnSpMk id="16" creationId="{7AEB1A50-3C12-AFB6-F3C9-D7B492579B66}"/>
          </ac:cxnSpMkLst>
        </pc:cxnChg>
        <pc:cxnChg chg="add del mod">
          <ac:chgData name="黃富求" userId="8cbc07ac-216a-4749-b0b7-26030834dc85" providerId="ADAL" clId="{F73142B9-055D-4BFF-9D5C-7A6969F6A522}" dt="2026-08-13T02:10:16.199" v="3373" actId="478"/>
          <ac:cxnSpMkLst>
            <pc:docMk/>
            <pc:sldMk cId="1253827781" sldId="817"/>
            <ac:cxnSpMk id="20" creationId="{7AE61732-0F66-E60D-09F2-29CF6AD4C896}"/>
          </ac:cxnSpMkLst>
        </pc:cxnChg>
        <pc:cxnChg chg="del mod">
          <ac:chgData name="黃富求" userId="8cbc07ac-216a-4749-b0b7-26030834dc85" providerId="ADAL" clId="{F73142B9-055D-4BFF-9D5C-7A6969F6A522}" dt="2026-08-13T03:21:16.666" v="4401" actId="478"/>
          <ac:cxnSpMkLst>
            <pc:docMk/>
            <pc:sldMk cId="1253827781" sldId="817"/>
            <ac:cxnSpMk id="29" creationId="{0A14E6C9-1A7D-9D55-9F55-0D303546E607}"/>
          </ac:cxnSpMkLst>
        </pc:cxnChg>
        <pc:cxnChg chg="del mod">
          <ac:chgData name="黃富求" userId="8cbc07ac-216a-4749-b0b7-26030834dc85" providerId="ADAL" clId="{F73142B9-055D-4BFF-9D5C-7A6969F6A522}" dt="2026-08-13T02:48:39.093" v="3900" actId="478"/>
          <ac:cxnSpMkLst>
            <pc:docMk/>
            <pc:sldMk cId="1253827781" sldId="817"/>
            <ac:cxnSpMk id="33" creationId="{DB90D634-4051-9F5C-1AAB-4D83A37B3635}"/>
          </ac:cxnSpMkLst>
        </pc:cxnChg>
        <pc:cxnChg chg="del">
          <ac:chgData name="黃富求" userId="8cbc07ac-216a-4749-b0b7-26030834dc85" providerId="ADAL" clId="{F73142B9-055D-4BFF-9D5C-7A6969F6A522}" dt="2026-08-13T02:48:39.093" v="3900" actId="478"/>
          <ac:cxnSpMkLst>
            <pc:docMk/>
            <pc:sldMk cId="1253827781" sldId="817"/>
            <ac:cxnSpMk id="39" creationId="{A019FCE3-40DA-C3CA-2566-F3CD2AD155C1}"/>
          </ac:cxnSpMkLst>
        </pc:cxnChg>
        <pc:cxnChg chg="add del mod">
          <ac:chgData name="黃富求" userId="8cbc07ac-216a-4749-b0b7-26030834dc85" providerId="ADAL" clId="{F73142B9-055D-4BFF-9D5C-7A6969F6A522}" dt="2026-08-12T05:57:12.077" v="3308" actId="478"/>
          <ac:cxnSpMkLst>
            <pc:docMk/>
            <pc:sldMk cId="1253827781" sldId="817"/>
            <ac:cxnSpMk id="48" creationId="{CE5D978D-4CD3-B754-98AC-BF76074A7F15}"/>
          </ac:cxnSpMkLst>
        </pc:cxnChg>
      </pc:sldChg>
      <pc:sldChg chg="addSp delSp modSp add mod">
        <pc:chgData name="黃富求" userId="8cbc07ac-216a-4749-b0b7-26030834dc85" providerId="ADAL" clId="{F73142B9-055D-4BFF-9D5C-7A6969F6A522}" dt="2026-08-13T03:24:32.577" v="4607" actId="20577"/>
        <pc:sldMkLst>
          <pc:docMk/>
          <pc:sldMk cId="742606598" sldId="818"/>
        </pc:sldMkLst>
        <pc:spChg chg="mod">
          <ac:chgData name="黃富求" userId="8cbc07ac-216a-4749-b0b7-26030834dc85" providerId="ADAL" clId="{F73142B9-055D-4BFF-9D5C-7A6969F6A522}" dt="2026-08-13T02:15:47.244" v="3398" actId="20577"/>
          <ac:spMkLst>
            <pc:docMk/>
            <pc:sldMk cId="742606598" sldId="818"/>
            <ac:spMk id="2" creationId="{BC9FB15B-837D-00C4-84D4-8621998ABAD4}"/>
          </ac:spMkLst>
        </pc:spChg>
        <pc:spChg chg="del mod">
          <ac:chgData name="黃富求" userId="8cbc07ac-216a-4749-b0b7-26030834dc85" providerId="ADAL" clId="{F73142B9-055D-4BFF-9D5C-7A6969F6A522}" dt="2026-08-12T05:55:34.042" v="3267" actId="478"/>
          <ac:spMkLst>
            <pc:docMk/>
            <pc:sldMk cId="742606598" sldId="818"/>
            <ac:spMk id="5" creationId="{EA46D82B-7F71-B4E1-D181-85EC6E165E9A}"/>
          </ac:spMkLst>
        </pc:spChg>
        <pc:spChg chg="add del mod">
          <ac:chgData name="黃富求" userId="8cbc07ac-216a-4749-b0b7-26030834dc85" providerId="ADAL" clId="{F73142B9-055D-4BFF-9D5C-7A6969F6A522}" dt="2026-08-13T02:48:20.512" v="3892" actId="478"/>
          <ac:spMkLst>
            <pc:docMk/>
            <pc:sldMk cId="742606598" sldId="818"/>
            <ac:spMk id="6" creationId="{9BC93A4F-2D60-21C9-3088-0257696ABF46}"/>
          </ac:spMkLst>
        </pc:spChg>
        <pc:spChg chg="add del mod">
          <ac:chgData name="黃富求" userId="8cbc07ac-216a-4749-b0b7-26030834dc85" providerId="ADAL" clId="{F73142B9-055D-4BFF-9D5C-7A6969F6A522}" dt="2026-08-13T02:48:20.512" v="3892" actId="478"/>
          <ac:spMkLst>
            <pc:docMk/>
            <pc:sldMk cId="742606598" sldId="818"/>
            <ac:spMk id="7" creationId="{34BE6A17-2AD0-E8E8-E9A7-EA613016465A}"/>
          </ac:spMkLst>
        </pc:spChg>
        <pc:spChg chg="mod">
          <ac:chgData name="黃富求" userId="8cbc07ac-216a-4749-b0b7-26030834dc85" providerId="ADAL" clId="{F73142B9-055D-4BFF-9D5C-7A6969F6A522}" dt="2026-08-12T05:54:19.611" v="3215" actId="20577"/>
          <ac:spMkLst>
            <pc:docMk/>
            <pc:sldMk cId="742606598" sldId="818"/>
            <ac:spMk id="9" creationId="{4FB0E8E6-9DCF-D977-85C2-F89D16E28827}"/>
          </ac:spMkLst>
        </pc:spChg>
        <pc:spChg chg="add del mod">
          <ac:chgData name="黃富求" userId="8cbc07ac-216a-4749-b0b7-26030834dc85" providerId="ADAL" clId="{F73142B9-055D-4BFF-9D5C-7A6969F6A522}" dt="2026-08-13T02:48:20.512" v="3892" actId="478"/>
          <ac:spMkLst>
            <pc:docMk/>
            <pc:sldMk cId="742606598" sldId="818"/>
            <ac:spMk id="11" creationId="{BE8E696D-5BC7-CDBB-CC94-0792DC758FA5}"/>
          </ac:spMkLst>
        </pc:spChg>
        <pc:spChg chg="add del mod">
          <ac:chgData name="黃富求" userId="8cbc07ac-216a-4749-b0b7-26030834dc85" providerId="ADAL" clId="{F73142B9-055D-4BFF-9D5C-7A6969F6A522}" dt="2026-08-13T02:48:20.512" v="3892" actId="478"/>
          <ac:spMkLst>
            <pc:docMk/>
            <pc:sldMk cId="742606598" sldId="818"/>
            <ac:spMk id="12" creationId="{3D795F0B-8318-2C25-34FF-57DFCC968989}"/>
          </ac:spMkLst>
        </pc:spChg>
        <pc:spChg chg="mod">
          <ac:chgData name="黃富求" userId="8cbc07ac-216a-4749-b0b7-26030834dc85" providerId="ADAL" clId="{F73142B9-055D-4BFF-9D5C-7A6969F6A522}" dt="2026-08-13T03:24:32.577" v="4607" actId="20577"/>
          <ac:spMkLst>
            <pc:docMk/>
            <pc:sldMk cId="742606598" sldId="818"/>
            <ac:spMk id="14" creationId="{A6B7A854-6B82-145A-3179-A061EA552E2A}"/>
          </ac:spMkLst>
        </pc:spChg>
        <pc:spChg chg="add del mod">
          <ac:chgData name="黃富求" userId="8cbc07ac-216a-4749-b0b7-26030834dc85" providerId="ADAL" clId="{F73142B9-055D-4BFF-9D5C-7A6969F6A522}" dt="2026-08-13T02:48:20.512" v="3892" actId="478"/>
          <ac:spMkLst>
            <pc:docMk/>
            <pc:sldMk cId="742606598" sldId="818"/>
            <ac:spMk id="15" creationId="{D725DE11-D05B-BED0-7779-B5808FA1F0BC}"/>
          </ac:spMkLst>
        </pc:spChg>
        <pc:spChg chg="add del mod">
          <ac:chgData name="黃富求" userId="8cbc07ac-216a-4749-b0b7-26030834dc85" providerId="ADAL" clId="{F73142B9-055D-4BFF-9D5C-7A6969F6A522}" dt="2026-08-13T02:48:20.512" v="3892" actId="478"/>
          <ac:spMkLst>
            <pc:docMk/>
            <pc:sldMk cId="742606598" sldId="818"/>
            <ac:spMk id="18" creationId="{A4CF87AE-D6C5-8F6E-F432-7D2DC89C094A}"/>
          </ac:spMkLst>
        </pc:spChg>
        <pc:spChg chg="add del mod">
          <ac:chgData name="黃富求" userId="8cbc07ac-216a-4749-b0b7-26030834dc85" providerId="ADAL" clId="{F73142B9-055D-4BFF-9D5C-7A6969F6A522}" dt="2026-08-13T02:48:24.174" v="3894" actId="478"/>
          <ac:spMkLst>
            <pc:docMk/>
            <pc:sldMk cId="742606598" sldId="818"/>
            <ac:spMk id="20" creationId="{90428214-1BF0-A786-083D-E9EB6B331C67}"/>
          </ac:spMkLst>
        </pc:spChg>
        <pc:spChg chg="del mod">
          <ac:chgData name="黃富求" userId="8cbc07ac-216a-4749-b0b7-26030834dc85" providerId="ADAL" clId="{F73142B9-055D-4BFF-9D5C-7A6969F6A522}" dt="2026-08-12T05:55:34.042" v="3267" actId="478"/>
          <ac:spMkLst>
            <pc:docMk/>
            <pc:sldMk cId="742606598" sldId="818"/>
            <ac:spMk id="22" creationId="{4D76736F-186D-8D24-1BA6-C577A3E56BF7}"/>
          </ac:spMkLst>
        </pc:spChg>
        <pc:spChg chg="add del">
          <ac:chgData name="黃富求" userId="8cbc07ac-216a-4749-b0b7-26030834dc85" providerId="ADAL" clId="{F73142B9-055D-4BFF-9D5C-7A6969F6A522}" dt="2026-08-13T02:48:20.512" v="3892" actId="478"/>
          <ac:spMkLst>
            <pc:docMk/>
            <pc:sldMk cId="742606598" sldId="818"/>
            <ac:spMk id="22" creationId="{50EA7A92-3208-D602-9B30-B08AB53CB294}"/>
          </ac:spMkLst>
        </pc:spChg>
        <pc:spChg chg="add mod">
          <ac:chgData name="黃富求" userId="8cbc07ac-216a-4749-b0b7-26030834dc85" providerId="ADAL" clId="{F73142B9-055D-4BFF-9D5C-7A6969F6A522}" dt="2026-08-13T02:48:20.817" v="3893"/>
          <ac:spMkLst>
            <pc:docMk/>
            <pc:sldMk cId="742606598" sldId="818"/>
            <ac:spMk id="23" creationId="{127763C7-06AC-3695-0075-C61A5548F00B}"/>
          </ac:spMkLst>
        </pc:spChg>
        <pc:spChg chg="add mod">
          <ac:chgData name="黃富求" userId="8cbc07ac-216a-4749-b0b7-26030834dc85" providerId="ADAL" clId="{F73142B9-055D-4BFF-9D5C-7A6969F6A522}" dt="2026-08-13T02:48:20.817" v="3893"/>
          <ac:spMkLst>
            <pc:docMk/>
            <pc:sldMk cId="742606598" sldId="818"/>
            <ac:spMk id="24" creationId="{7BF74976-E04E-8F8E-E466-674BA70FC968}"/>
          </ac:spMkLst>
        </pc:spChg>
        <pc:spChg chg="add mod">
          <ac:chgData name="黃富求" userId="8cbc07ac-216a-4749-b0b7-26030834dc85" providerId="ADAL" clId="{F73142B9-055D-4BFF-9D5C-7A6969F6A522}" dt="2026-08-13T02:48:20.817" v="3893"/>
          <ac:spMkLst>
            <pc:docMk/>
            <pc:sldMk cId="742606598" sldId="818"/>
            <ac:spMk id="26" creationId="{B53854C3-8DEF-4598-7735-EDB495B40D7F}"/>
          </ac:spMkLst>
        </pc:spChg>
        <pc:spChg chg="add mod">
          <ac:chgData name="黃富求" userId="8cbc07ac-216a-4749-b0b7-26030834dc85" providerId="ADAL" clId="{F73142B9-055D-4BFF-9D5C-7A6969F6A522}" dt="2026-08-13T02:48:20.817" v="3893"/>
          <ac:spMkLst>
            <pc:docMk/>
            <pc:sldMk cId="742606598" sldId="818"/>
            <ac:spMk id="27" creationId="{B6B5C1D1-8C86-66AC-075E-FD1BB685B0C1}"/>
          </ac:spMkLst>
        </pc:spChg>
        <pc:spChg chg="del">
          <ac:chgData name="黃富求" userId="8cbc07ac-216a-4749-b0b7-26030834dc85" providerId="ADAL" clId="{F73142B9-055D-4BFF-9D5C-7A6969F6A522}" dt="2026-08-12T05:34:44.467" v="2745" actId="478"/>
          <ac:spMkLst>
            <pc:docMk/>
            <pc:sldMk cId="742606598" sldId="818"/>
            <ac:spMk id="27" creationId="{C038F313-F881-4180-59FB-893EE35662E4}"/>
          </ac:spMkLst>
        </pc:spChg>
        <pc:spChg chg="add mod">
          <ac:chgData name="黃富求" userId="8cbc07ac-216a-4749-b0b7-26030834dc85" providerId="ADAL" clId="{F73142B9-055D-4BFF-9D5C-7A6969F6A522}" dt="2026-08-13T02:48:20.817" v="3893"/>
          <ac:spMkLst>
            <pc:docMk/>
            <pc:sldMk cId="742606598" sldId="818"/>
            <ac:spMk id="28" creationId="{F4D81F40-1AF1-558D-BE4A-F2DAFCC33499}"/>
          </ac:spMkLst>
        </pc:spChg>
        <pc:spChg chg="add mod">
          <ac:chgData name="黃富求" userId="8cbc07ac-216a-4749-b0b7-26030834dc85" providerId="ADAL" clId="{F73142B9-055D-4BFF-9D5C-7A6969F6A522}" dt="2026-08-13T02:48:20.817" v="3893"/>
          <ac:spMkLst>
            <pc:docMk/>
            <pc:sldMk cId="742606598" sldId="818"/>
            <ac:spMk id="30" creationId="{6CC682DF-BC64-AA2E-1852-DF3DC7A87EED}"/>
          </ac:spMkLst>
        </pc:spChg>
        <pc:spChg chg="add mod">
          <ac:chgData name="黃富求" userId="8cbc07ac-216a-4749-b0b7-26030834dc85" providerId="ADAL" clId="{F73142B9-055D-4BFF-9D5C-7A6969F6A522}" dt="2026-08-13T02:48:20.817" v="3893"/>
          <ac:spMkLst>
            <pc:docMk/>
            <pc:sldMk cId="742606598" sldId="818"/>
            <ac:spMk id="31" creationId="{E2189B34-6B9E-1BE8-A5BC-C57A5547FC55}"/>
          </ac:spMkLst>
        </pc:spChg>
        <pc:spChg chg="add mod">
          <ac:chgData name="黃富求" userId="8cbc07ac-216a-4749-b0b7-26030834dc85" providerId="ADAL" clId="{F73142B9-055D-4BFF-9D5C-7A6969F6A522}" dt="2026-08-13T02:48:20.817" v="3893"/>
          <ac:spMkLst>
            <pc:docMk/>
            <pc:sldMk cId="742606598" sldId="818"/>
            <ac:spMk id="33" creationId="{8B6AA64F-8240-1197-6E4F-C9B102756A81}"/>
          </ac:spMkLst>
        </pc:spChg>
        <pc:spChg chg="add mod">
          <ac:chgData name="黃富求" userId="8cbc07ac-216a-4749-b0b7-26030834dc85" providerId="ADAL" clId="{F73142B9-055D-4BFF-9D5C-7A6969F6A522}" dt="2026-08-13T02:48:20.817" v="3893"/>
          <ac:spMkLst>
            <pc:docMk/>
            <pc:sldMk cId="742606598" sldId="818"/>
            <ac:spMk id="34" creationId="{F1C94E6C-92F6-4A46-A2B2-8DFCE3A5DFC0}"/>
          </ac:spMkLst>
        </pc:spChg>
        <pc:spChg chg="add mod">
          <ac:chgData name="黃富求" userId="8cbc07ac-216a-4749-b0b7-26030834dc85" providerId="ADAL" clId="{F73142B9-055D-4BFF-9D5C-7A6969F6A522}" dt="2026-08-13T02:48:20.817" v="3893"/>
          <ac:spMkLst>
            <pc:docMk/>
            <pc:sldMk cId="742606598" sldId="818"/>
            <ac:spMk id="36" creationId="{BB302D91-C486-21EC-B494-F82182D877A5}"/>
          </ac:spMkLst>
        </pc:spChg>
        <pc:spChg chg="add del mod">
          <ac:chgData name="黃富求" userId="8cbc07ac-216a-4749-b0b7-26030834dc85" providerId="ADAL" clId="{F73142B9-055D-4BFF-9D5C-7A6969F6A522}" dt="2026-08-13T03:20:49.106" v="4396" actId="478"/>
          <ac:spMkLst>
            <pc:docMk/>
            <pc:sldMk cId="742606598" sldId="818"/>
            <ac:spMk id="37" creationId="{95DA0DC1-3314-7D6B-89D7-6AA17722B098}"/>
          </ac:spMkLst>
        </pc:spChg>
        <pc:spChg chg="add del mod">
          <ac:chgData name="黃富求" userId="8cbc07ac-216a-4749-b0b7-26030834dc85" providerId="ADAL" clId="{F73142B9-055D-4BFF-9D5C-7A6969F6A522}" dt="2026-08-13T03:20:49.106" v="4396" actId="478"/>
          <ac:spMkLst>
            <pc:docMk/>
            <pc:sldMk cId="742606598" sldId="818"/>
            <ac:spMk id="38" creationId="{0A44EA0F-5369-2B28-3516-6EE1E4C084E0}"/>
          </ac:spMkLst>
        </pc:spChg>
        <pc:spChg chg="add del mod">
          <ac:chgData name="黃富求" userId="8cbc07ac-216a-4749-b0b7-26030834dc85" providerId="ADAL" clId="{F73142B9-055D-4BFF-9D5C-7A6969F6A522}" dt="2026-08-13T03:20:49.106" v="4396" actId="478"/>
          <ac:spMkLst>
            <pc:docMk/>
            <pc:sldMk cId="742606598" sldId="818"/>
            <ac:spMk id="40" creationId="{80888B1A-DE75-834A-EBC5-DE36E1306954}"/>
          </ac:spMkLst>
        </pc:spChg>
        <pc:spChg chg="add del mod">
          <ac:chgData name="黃富求" userId="8cbc07ac-216a-4749-b0b7-26030834dc85" providerId="ADAL" clId="{F73142B9-055D-4BFF-9D5C-7A6969F6A522}" dt="2026-08-13T03:20:49.106" v="4396" actId="478"/>
          <ac:spMkLst>
            <pc:docMk/>
            <pc:sldMk cId="742606598" sldId="818"/>
            <ac:spMk id="41" creationId="{FB53DD8B-8761-69E7-1132-C21B3EA5896D}"/>
          </ac:spMkLst>
        </pc:spChg>
        <pc:spChg chg="add del mod">
          <ac:chgData name="黃富求" userId="8cbc07ac-216a-4749-b0b7-26030834dc85" providerId="ADAL" clId="{F73142B9-055D-4BFF-9D5C-7A6969F6A522}" dt="2026-08-13T03:20:49.106" v="4396" actId="478"/>
          <ac:spMkLst>
            <pc:docMk/>
            <pc:sldMk cId="742606598" sldId="818"/>
            <ac:spMk id="42" creationId="{D59B0FE3-2C51-8ACA-CCEF-35256BA7132C}"/>
          </ac:spMkLst>
        </pc:spChg>
        <pc:spChg chg="del">
          <ac:chgData name="黃富求" userId="8cbc07ac-216a-4749-b0b7-26030834dc85" providerId="ADAL" clId="{F73142B9-055D-4BFF-9D5C-7A6969F6A522}" dt="2026-08-13T03:20:49.106" v="4396" actId="478"/>
          <ac:spMkLst>
            <pc:docMk/>
            <pc:sldMk cId="742606598" sldId="818"/>
            <ac:spMk id="44" creationId="{FC30897F-B4DD-F6CB-1075-66CB3C9C0B9B}"/>
          </ac:spMkLst>
        </pc:spChg>
        <pc:spChg chg="add del mod">
          <ac:chgData name="黃富求" userId="8cbc07ac-216a-4749-b0b7-26030834dc85" providerId="ADAL" clId="{F73142B9-055D-4BFF-9D5C-7A6969F6A522}" dt="2026-08-13T03:20:49.106" v="4396" actId="478"/>
          <ac:spMkLst>
            <pc:docMk/>
            <pc:sldMk cId="742606598" sldId="818"/>
            <ac:spMk id="45" creationId="{061BAD4B-07E8-630F-3031-C75B9E41A532}"/>
          </ac:spMkLst>
        </pc:spChg>
        <pc:spChg chg="del mod">
          <ac:chgData name="黃富求" userId="8cbc07ac-216a-4749-b0b7-26030834dc85" providerId="ADAL" clId="{F73142B9-055D-4BFF-9D5C-7A6969F6A522}" dt="2026-08-12T05:55:34.042" v="3267" actId="478"/>
          <ac:spMkLst>
            <pc:docMk/>
            <pc:sldMk cId="742606598" sldId="818"/>
            <ac:spMk id="46" creationId="{06FE9C06-8C21-49D3-3B1A-92892C3EA934}"/>
          </ac:spMkLst>
        </pc:spChg>
        <pc:spChg chg="add del mod">
          <ac:chgData name="黃富求" userId="8cbc07ac-216a-4749-b0b7-26030834dc85" providerId="ADAL" clId="{F73142B9-055D-4BFF-9D5C-7A6969F6A522}" dt="2026-08-13T03:20:49.106" v="4396" actId="478"/>
          <ac:spMkLst>
            <pc:docMk/>
            <pc:sldMk cId="742606598" sldId="818"/>
            <ac:spMk id="46" creationId="{49FC70F8-E46D-9C05-E3F7-ACF11830C116}"/>
          </ac:spMkLst>
        </pc:spChg>
        <pc:spChg chg="add del mod">
          <ac:chgData name="黃富求" userId="8cbc07ac-216a-4749-b0b7-26030834dc85" providerId="ADAL" clId="{F73142B9-055D-4BFF-9D5C-7A6969F6A522}" dt="2026-08-13T02:48:27.700" v="3896" actId="478"/>
          <ac:spMkLst>
            <pc:docMk/>
            <pc:sldMk cId="742606598" sldId="818"/>
            <ac:spMk id="47" creationId="{7F5A75F0-100B-6ABA-86F4-56F2A9E96BB9}"/>
          </ac:spMkLst>
        </pc:spChg>
        <pc:spChg chg="add del mod">
          <ac:chgData name="黃富求" userId="8cbc07ac-216a-4749-b0b7-26030834dc85" providerId="ADAL" clId="{F73142B9-055D-4BFF-9D5C-7A6969F6A522}" dt="2026-08-13T02:48:27.700" v="3896" actId="478"/>
          <ac:spMkLst>
            <pc:docMk/>
            <pc:sldMk cId="742606598" sldId="818"/>
            <ac:spMk id="48" creationId="{06499B8C-A95D-6AE8-699B-5A3DD36833EA}"/>
          </ac:spMkLst>
        </pc:spChg>
        <pc:spChg chg="add del mod">
          <ac:chgData name="黃富求" userId="8cbc07ac-216a-4749-b0b7-26030834dc85" providerId="ADAL" clId="{F73142B9-055D-4BFF-9D5C-7A6969F6A522}" dt="2026-08-13T02:48:29.562" v="3897" actId="478"/>
          <ac:spMkLst>
            <pc:docMk/>
            <pc:sldMk cId="742606598" sldId="818"/>
            <ac:spMk id="50" creationId="{8899F57C-A141-C86C-07D1-285AA92282B5}"/>
          </ac:spMkLst>
        </pc:spChg>
        <pc:spChg chg="del mod">
          <ac:chgData name="黃富求" userId="8cbc07ac-216a-4749-b0b7-26030834dc85" providerId="ADAL" clId="{F73142B9-055D-4BFF-9D5C-7A6969F6A522}" dt="2026-08-12T05:55:34.042" v="3267" actId="478"/>
          <ac:spMkLst>
            <pc:docMk/>
            <pc:sldMk cId="742606598" sldId="818"/>
            <ac:spMk id="50" creationId="{B0FFC9D1-9C7A-1299-A052-8C13700FC580}"/>
          </ac:spMkLst>
        </pc:spChg>
        <pc:spChg chg="add mod">
          <ac:chgData name="黃富求" userId="8cbc07ac-216a-4749-b0b7-26030834dc85" providerId="ADAL" clId="{F73142B9-055D-4BFF-9D5C-7A6969F6A522}" dt="2026-08-13T03:20:49.348" v="4397"/>
          <ac:spMkLst>
            <pc:docMk/>
            <pc:sldMk cId="742606598" sldId="818"/>
            <ac:spMk id="52" creationId="{02C639DA-0FB0-C706-0DAA-B1E891AAF927}"/>
          </ac:spMkLst>
        </pc:spChg>
        <pc:spChg chg="del mod">
          <ac:chgData name="黃富求" userId="8cbc07ac-216a-4749-b0b7-26030834dc85" providerId="ADAL" clId="{F73142B9-055D-4BFF-9D5C-7A6969F6A522}" dt="2026-08-12T05:55:34.042" v="3267" actId="478"/>
          <ac:spMkLst>
            <pc:docMk/>
            <pc:sldMk cId="742606598" sldId="818"/>
            <ac:spMk id="52" creationId="{5C48AF87-F408-E5A2-513A-AFAC53C238D4}"/>
          </ac:spMkLst>
        </pc:spChg>
        <pc:spChg chg="add mod">
          <ac:chgData name="黃富求" userId="8cbc07ac-216a-4749-b0b7-26030834dc85" providerId="ADAL" clId="{F73142B9-055D-4BFF-9D5C-7A6969F6A522}" dt="2026-08-13T03:20:49.348" v="4397"/>
          <ac:spMkLst>
            <pc:docMk/>
            <pc:sldMk cId="742606598" sldId="818"/>
            <ac:spMk id="55" creationId="{7F25FF39-6D4F-F82C-38C9-29E7D45C7AD6}"/>
          </ac:spMkLst>
        </pc:spChg>
        <pc:spChg chg="add mod">
          <ac:chgData name="黃富求" userId="8cbc07ac-216a-4749-b0b7-26030834dc85" providerId="ADAL" clId="{F73142B9-055D-4BFF-9D5C-7A6969F6A522}" dt="2026-08-13T03:20:49.348" v="4397"/>
          <ac:spMkLst>
            <pc:docMk/>
            <pc:sldMk cId="742606598" sldId="818"/>
            <ac:spMk id="56" creationId="{E1059B01-2101-68F5-56AB-D048AC4C5D43}"/>
          </ac:spMkLst>
        </pc:spChg>
        <pc:spChg chg="add mod">
          <ac:chgData name="黃富求" userId="8cbc07ac-216a-4749-b0b7-26030834dc85" providerId="ADAL" clId="{F73142B9-055D-4BFF-9D5C-7A6969F6A522}" dt="2026-08-13T03:20:49.348" v="4397"/>
          <ac:spMkLst>
            <pc:docMk/>
            <pc:sldMk cId="742606598" sldId="818"/>
            <ac:spMk id="58" creationId="{1A578D66-4202-FD50-39AA-BAE36243CC23}"/>
          </ac:spMkLst>
        </pc:spChg>
        <pc:spChg chg="add mod">
          <ac:chgData name="黃富求" userId="8cbc07ac-216a-4749-b0b7-26030834dc85" providerId="ADAL" clId="{F73142B9-055D-4BFF-9D5C-7A6969F6A522}" dt="2026-08-13T03:20:49.348" v="4397"/>
          <ac:spMkLst>
            <pc:docMk/>
            <pc:sldMk cId="742606598" sldId="818"/>
            <ac:spMk id="59" creationId="{AEC11E15-2D74-594E-1D21-3BF3291CEC68}"/>
          </ac:spMkLst>
        </pc:spChg>
        <pc:spChg chg="add del mod">
          <ac:chgData name="黃富求" userId="8cbc07ac-216a-4749-b0b7-26030834dc85" providerId="ADAL" clId="{F73142B9-055D-4BFF-9D5C-7A6969F6A522}" dt="2026-08-13T03:21:04.660" v="4400" actId="478"/>
          <ac:spMkLst>
            <pc:docMk/>
            <pc:sldMk cId="742606598" sldId="818"/>
            <ac:spMk id="61" creationId="{33B49E9F-2FC2-F671-BD7F-65E81703E0BC}"/>
          </ac:spMkLst>
        </pc:spChg>
        <pc:spChg chg="add del mod">
          <ac:chgData name="黃富求" userId="8cbc07ac-216a-4749-b0b7-26030834dc85" providerId="ADAL" clId="{F73142B9-055D-4BFF-9D5C-7A6969F6A522}" dt="2026-08-13T03:21:04.660" v="4400" actId="478"/>
          <ac:spMkLst>
            <pc:docMk/>
            <pc:sldMk cId="742606598" sldId="818"/>
            <ac:spMk id="62" creationId="{62F59DA5-1736-2228-C2AE-693BA23BE862}"/>
          </ac:spMkLst>
        </pc:spChg>
        <pc:spChg chg="add del mod">
          <ac:chgData name="黃富求" userId="8cbc07ac-216a-4749-b0b7-26030834dc85" providerId="ADAL" clId="{F73142B9-055D-4BFF-9D5C-7A6969F6A522}" dt="2026-08-13T03:21:04.660" v="4400" actId="478"/>
          <ac:spMkLst>
            <pc:docMk/>
            <pc:sldMk cId="742606598" sldId="818"/>
            <ac:spMk id="64" creationId="{AE656DFD-4C15-786A-D6E3-2856D9327047}"/>
          </ac:spMkLst>
        </pc:spChg>
        <pc:spChg chg="del">
          <ac:chgData name="黃富求" userId="8cbc07ac-216a-4749-b0b7-26030834dc85" providerId="ADAL" clId="{F73142B9-055D-4BFF-9D5C-7A6969F6A522}" dt="2026-08-13T03:21:04.660" v="4400" actId="478"/>
          <ac:spMkLst>
            <pc:docMk/>
            <pc:sldMk cId="742606598" sldId="818"/>
            <ac:spMk id="65" creationId="{3B39F9C8-E080-A3CA-E79E-8EF20F2569E0}"/>
          </ac:spMkLst>
        </pc:spChg>
        <pc:spChg chg="add mod">
          <ac:chgData name="黃富求" userId="8cbc07ac-216a-4749-b0b7-26030834dc85" providerId="ADAL" clId="{F73142B9-055D-4BFF-9D5C-7A6969F6A522}" dt="2026-08-13T03:20:49.348" v="4397"/>
          <ac:spMkLst>
            <pc:docMk/>
            <pc:sldMk cId="742606598" sldId="818"/>
            <ac:spMk id="66" creationId="{3C8FE9EB-D780-B10F-8D45-354CCF63BBAA}"/>
          </ac:spMkLst>
        </pc:spChg>
        <pc:spChg chg="add del mod">
          <ac:chgData name="黃富求" userId="8cbc07ac-216a-4749-b0b7-26030834dc85" providerId="ADAL" clId="{F73142B9-055D-4BFF-9D5C-7A6969F6A522}" dt="2026-08-13T03:21:04.660" v="4400" actId="478"/>
          <ac:spMkLst>
            <pc:docMk/>
            <pc:sldMk cId="742606598" sldId="818"/>
            <ac:spMk id="68" creationId="{2AC05590-C306-9255-0900-85777763A0C2}"/>
          </ac:spMkLst>
        </pc:spChg>
        <pc:spChg chg="del">
          <ac:chgData name="黃富求" userId="8cbc07ac-216a-4749-b0b7-26030834dc85" providerId="ADAL" clId="{F73142B9-055D-4BFF-9D5C-7A6969F6A522}" dt="2026-08-13T03:21:04.660" v="4400" actId="478"/>
          <ac:spMkLst>
            <pc:docMk/>
            <pc:sldMk cId="742606598" sldId="818"/>
            <ac:spMk id="69" creationId="{2B6E4A73-F7D5-B485-A10A-48294B182507}"/>
          </ac:spMkLst>
        </pc:spChg>
        <pc:picChg chg="del">
          <ac:chgData name="黃富求" userId="8cbc07ac-216a-4749-b0b7-26030834dc85" providerId="ADAL" clId="{F73142B9-055D-4BFF-9D5C-7A6969F6A522}" dt="2026-08-12T05:52:19.558" v="3138" actId="478"/>
          <ac:picMkLst>
            <pc:docMk/>
            <pc:sldMk cId="742606598" sldId="818"/>
            <ac:picMk id="3" creationId="{5AC39F1C-2A33-FECA-81E5-744AD5399738}"/>
          </ac:picMkLst>
        </pc:picChg>
        <pc:picChg chg="add mod">
          <ac:chgData name="黃富求" userId="8cbc07ac-216a-4749-b0b7-26030834dc85" providerId="ADAL" clId="{F73142B9-055D-4BFF-9D5C-7A6969F6A522}" dt="2026-08-13T03:20:57.097" v="4399" actId="1076"/>
          <ac:picMkLst>
            <pc:docMk/>
            <pc:sldMk cId="742606598" sldId="818"/>
            <ac:picMk id="19" creationId="{2C7E4E27-F8DC-2AF8-FD94-E7D349F4442C}"/>
          </ac:picMkLst>
        </pc:picChg>
        <pc:cxnChg chg="add del mod">
          <ac:chgData name="黃富求" userId="8cbc07ac-216a-4749-b0b7-26030834dc85" providerId="ADAL" clId="{F73142B9-055D-4BFF-9D5C-7A6969F6A522}" dt="2026-08-13T02:48:20.512" v="3892" actId="478"/>
          <ac:cxnSpMkLst>
            <pc:docMk/>
            <pc:sldMk cId="742606598" sldId="818"/>
            <ac:cxnSpMk id="8" creationId="{5CCC6830-9DB8-6A3F-1FDB-A7A928ECC3E9}"/>
          </ac:cxnSpMkLst>
        </pc:cxnChg>
        <pc:cxnChg chg="add del mod">
          <ac:chgData name="黃富求" userId="8cbc07ac-216a-4749-b0b7-26030834dc85" providerId="ADAL" clId="{F73142B9-055D-4BFF-9D5C-7A6969F6A522}" dt="2026-08-13T02:48:20.512" v="3892" actId="478"/>
          <ac:cxnSpMkLst>
            <pc:docMk/>
            <pc:sldMk cId="742606598" sldId="818"/>
            <ac:cxnSpMk id="16" creationId="{EDE221CB-2441-84B2-3A41-F5A8389E96DC}"/>
          </ac:cxnSpMkLst>
        </pc:cxnChg>
        <pc:cxnChg chg="del mod">
          <ac:chgData name="黃富求" userId="8cbc07ac-216a-4749-b0b7-26030834dc85" providerId="ADAL" clId="{F73142B9-055D-4BFF-9D5C-7A6969F6A522}" dt="2026-08-13T03:20:49.106" v="4396" actId="478"/>
          <ac:cxnSpMkLst>
            <pc:docMk/>
            <pc:sldMk cId="742606598" sldId="818"/>
            <ac:cxnSpMk id="39" creationId="{5BA1A9F6-AA4C-4768-D6AE-1BC51553FADB}"/>
          </ac:cxnSpMkLst>
        </pc:cxnChg>
        <pc:cxnChg chg="del mod">
          <ac:chgData name="黃富求" userId="8cbc07ac-216a-4749-b0b7-26030834dc85" providerId="ADAL" clId="{F73142B9-055D-4BFF-9D5C-7A6969F6A522}" dt="2026-08-13T03:20:49.106" v="4396" actId="478"/>
          <ac:cxnSpMkLst>
            <pc:docMk/>
            <pc:sldMk cId="742606598" sldId="818"/>
            <ac:cxnSpMk id="43" creationId="{46D8CAC8-D771-054A-0897-76144EEBBA3D}"/>
          </ac:cxnSpMkLst>
        </pc:cxnChg>
        <pc:cxnChg chg="del mod">
          <ac:chgData name="黃富求" userId="8cbc07ac-216a-4749-b0b7-26030834dc85" providerId="ADAL" clId="{F73142B9-055D-4BFF-9D5C-7A6969F6A522}" dt="2026-08-12T05:55:34.042" v="3267" actId="478"/>
          <ac:cxnSpMkLst>
            <pc:docMk/>
            <pc:sldMk cId="742606598" sldId="818"/>
            <ac:cxnSpMk id="48" creationId="{8F4D21D5-B1B0-2C67-BB48-C36BD58438DC}"/>
          </ac:cxnSpMkLst>
        </pc:cxnChg>
        <pc:cxnChg chg="del">
          <ac:chgData name="黃富求" userId="8cbc07ac-216a-4749-b0b7-26030834dc85" providerId="ADAL" clId="{F73142B9-055D-4BFF-9D5C-7A6969F6A522}" dt="2026-08-13T02:48:27.700" v="3896" actId="478"/>
          <ac:cxnSpMkLst>
            <pc:docMk/>
            <pc:sldMk cId="742606598" sldId="818"/>
            <ac:cxnSpMk id="49" creationId="{C0BBE87F-E8B7-ED0E-0DC6-2BE5833F790F}"/>
          </ac:cxnSpMkLst>
        </pc:cxnChg>
        <pc:cxnChg chg="del mod">
          <ac:chgData name="黃富求" userId="8cbc07ac-216a-4749-b0b7-26030834dc85" providerId="ADAL" clId="{F73142B9-055D-4BFF-9D5C-7A6969F6A522}" dt="2026-08-13T03:21:04.660" v="4400" actId="478"/>
          <ac:cxnSpMkLst>
            <pc:docMk/>
            <pc:sldMk cId="742606598" sldId="818"/>
            <ac:cxnSpMk id="63" creationId="{7209356F-A81E-F0DB-5A2B-6E390A79AFE1}"/>
          </ac:cxnSpMkLst>
        </pc:cxnChg>
        <pc:cxnChg chg="del mod">
          <ac:chgData name="黃富求" userId="8cbc07ac-216a-4749-b0b7-26030834dc85" providerId="ADAL" clId="{F73142B9-055D-4BFF-9D5C-7A6969F6A522}" dt="2026-08-13T03:21:04.660" v="4400" actId="478"/>
          <ac:cxnSpMkLst>
            <pc:docMk/>
            <pc:sldMk cId="742606598" sldId="818"/>
            <ac:cxnSpMk id="67" creationId="{C9E40735-E6E4-D750-321E-248600F3FB08}"/>
          </ac:cxnSpMkLst>
        </pc:cxnChg>
      </pc:sldChg>
      <pc:sldChg chg="addSp delSp modSp add mod">
        <pc:chgData name="黃富求" userId="8cbc07ac-216a-4749-b0b7-26030834dc85" providerId="ADAL" clId="{F73142B9-055D-4BFF-9D5C-7A6969F6A522}" dt="2026-08-13T03:31:02.059" v="4751" actId="207"/>
        <pc:sldMkLst>
          <pc:docMk/>
          <pc:sldMk cId="2454727397" sldId="819"/>
        </pc:sldMkLst>
        <pc:spChg chg="mod">
          <ac:chgData name="黃富求" userId="8cbc07ac-216a-4749-b0b7-26030834dc85" providerId="ADAL" clId="{F73142B9-055D-4BFF-9D5C-7A6969F6A522}" dt="2026-08-13T02:15:53.612" v="3410" actId="20577"/>
          <ac:spMkLst>
            <pc:docMk/>
            <pc:sldMk cId="2454727397" sldId="819"/>
            <ac:spMk id="2" creationId="{C0A546EA-1AFB-ED13-AC87-AD2892781F5E}"/>
          </ac:spMkLst>
        </pc:spChg>
        <pc:spChg chg="add">
          <ac:chgData name="黃富求" userId="8cbc07ac-216a-4749-b0b7-26030834dc85" providerId="ADAL" clId="{F73142B9-055D-4BFF-9D5C-7A6969F6A522}" dt="2026-08-13T02:21:08.755" v="3477" actId="22"/>
          <ac:spMkLst>
            <pc:docMk/>
            <pc:sldMk cId="2454727397" sldId="819"/>
            <ac:spMk id="5" creationId="{EA24C8EC-2679-4753-95F5-917862EA4B5C}"/>
          </ac:spMkLst>
        </pc:spChg>
        <pc:spChg chg="del">
          <ac:chgData name="黃富求" userId="8cbc07ac-216a-4749-b0b7-26030834dc85" providerId="ADAL" clId="{F73142B9-055D-4BFF-9D5C-7A6969F6A522}" dt="2026-08-13T03:20:19.049" v="4391" actId="478"/>
          <ac:spMkLst>
            <pc:docMk/>
            <pc:sldMk cId="2454727397" sldId="819"/>
            <ac:spMk id="6" creationId="{4E8BE06E-B0F0-D6A1-E2BC-BBFA2BA1282E}"/>
          </ac:spMkLst>
        </pc:spChg>
        <pc:spChg chg="del mod">
          <ac:chgData name="黃富求" userId="8cbc07ac-216a-4749-b0b7-26030834dc85" providerId="ADAL" clId="{F73142B9-055D-4BFF-9D5C-7A6969F6A522}" dt="2026-08-13T03:20:19.049" v="4391" actId="478"/>
          <ac:spMkLst>
            <pc:docMk/>
            <pc:sldMk cId="2454727397" sldId="819"/>
            <ac:spMk id="7" creationId="{5A18A38B-7C18-45F5-4A9A-AD7E9C0D9032}"/>
          </ac:spMkLst>
        </pc:spChg>
        <pc:spChg chg="mod">
          <ac:chgData name="黃富求" userId="8cbc07ac-216a-4749-b0b7-26030834dc85" providerId="ADAL" clId="{F73142B9-055D-4BFF-9D5C-7A6969F6A522}" dt="2026-08-13T02:15:32.096" v="3388" actId="20577"/>
          <ac:spMkLst>
            <pc:docMk/>
            <pc:sldMk cId="2454727397" sldId="819"/>
            <ac:spMk id="9" creationId="{950F0945-6C3F-6010-899D-BF4BB5AAC980}"/>
          </ac:spMkLst>
        </pc:spChg>
        <pc:spChg chg="del mod">
          <ac:chgData name="黃富求" userId="8cbc07ac-216a-4749-b0b7-26030834dc85" providerId="ADAL" clId="{F73142B9-055D-4BFF-9D5C-7A6969F6A522}" dt="2026-08-13T03:20:19.049" v="4391" actId="478"/>
          <ac:spMkLst>
            <pc:docMk/>
            <pc:sldMk cId="2454727397" sldId="819"/>
            <ac:spMk id="11" creationId="{483DB231-00F9-F937-715E-A806750E9160}"/>
          </ac:spMkLst>
        </pc:spChg>
        <pc:spChg chg="del mod">
          <ac:chgData name="黃富求" userId="8cbc07ac-216a-4749-b0b7-26030834dc85" providerId="ADAL" clId="{F73142B9-055D-4BFF-9D5C-7A6969F6A522}" dt="2026-08-13T03:20:19.049" v="4391" actId="478"/>
          <ac:spMkLst>
            <pc:docMk/>
            <pc:sldMk cId="2454727397" sldId="819"/>
            <ac:spMk id="12" creationId="{0DA260CF-23D7-152B-7062-6D8D3273C08D}"/>
          </ac:spMkLst>
        </pc:spChg>
        <pc:spChg chg="mod">
          <ac:chgData name="黃富求" userId="8cbc07ac-216a-4749-b0b7-26030834dc85" providerId="ADAL" clId="{F73142B9-055D-4BFF-9D5C-7A6969F6A522}" dt="2026-08-13T03:20:31.171" v="4393" actId="1076"/>
          <ac:spMkLst>
            <pc:docMk/>
            <pc:sldMk cId="2454727397" sldId="819"/>
            <ac:spMk id="14" creationId="{CC1AC3A1-4C0A-AE91-9B69-E087C891550E}"/>
          </ac:spMkLst>
        </pc:spChg>
        <pc:spChg chg="del mod">
          <ac:chgData name="黃富求" userId="8cbc07ac-216a-4749-b0b7-26030834dc85" providerId="ADAL" clId="{F73142B9-055D-4BFF-9D5C-7A6969F6A522}" dt="2026-08-13T03:20:19.049" v="4391" actId="478"/>
          <ac:spMkLst>
            <pc:docMk/>
            <pc:sldMk cId="2454727397" sldId="819"/>
            <ac:spMk id="15" creationId="{A081B79D-02FB-1FB0-34AC-49BB2C4A80B7}"/>
          </ac:spMkLst>
        </pc:spChg>
        <pc:spChg chg="del mod">
          <ac:chgData name="黃富求" userId="8cbc07ac-216a-4749-b0b7-26030834dc85" providerId="ADAL" clId="{F73142B9-055D-4BFF-9D5C-7A6969F6A522}" dt="2026-08-13T03:20:19.049" v="4391" actId="478"/>
          <ac:spMkLst>
            <pc:docMk/>
            <pc:sldMk cId="2454727397" sldId="819"/>
            <ac:spMk id="18" creationId="{535A07BE-83BF-B595-0EC8-88637E80D2AD}"/>
          </ac:spMkLst>
        </pc:spChg>
        <pc:spChg chg="del mod">
          <ac:chgData name="黃富求" userId="8cbc07ac-216a-4749-b0b7-26030834dc85" providerId="ADAL" clId="{F73142B9-055D-4BFF-9D5C-7A6969F6A522}" dt="2026-08-13T03:20:19.049" v="4391" actId="478"/>
          <ac:spMkLst>
            <pc:docMk/>
            <pc:sldMk cId="2454727397" sldId="819"/>
            <ac:spMk id="20" creationId="{CF31FDB5-EF27-59A2-2CA0-65DC3B159821}"/>
          </ac:spMkLst>
        </pc:spChg>
        <pc:spChg chg="add del mod">
          <ac:chgData name="黃富求" userId="8cbc07ac-216a-4749-b0b7-26030834dc85" providerId="ADAL" clId="{F73142B9-055D-4BFF-9D5C-7A6969F6A522}" dt="2026-08-13T03:20:19.049" v="4391" actId="478"/>
          <ac:spMkLst>
            <pc:docMk/>
            <pc:sldMk cId="2454727397" sldId="819"/>
            <ac:spMk id="23" creationId="{E0176CA9-FCD5-E7FA-42B9-54443DD45E70}"/>
          </ac:spMkLst>
        </pc:spChg>
        <pc:spChg chg="add del mod">
          <ac:chgData name="黃富求" userId="8cbc07ac-216a-4749-b0b7-26030834dc85" providerId="ADAL" clId="{F73142B9-055D-4BFF-9D5C-7A6969F6A522}" dt="2026-08-13T03:20:19.049" v="4391" actId="478"/>
          <ac:spMkLst>
            <pc:docMk/>
            <pc:sldMk cId="2454727397" sldId="819"/>
            <ac:spMk id="28" creationId="{2E8F9135-C82F-DF17-23CC-B657D77C1D37}"/>
          </ac:spMkLst>
        </pc:spChg>
        <pc:spChg chg="add del mod">
          <ac:chgData name="黃富求" userId="8cbc07ac-216a-4749-b0b7-26030834dc85" providerId="ADAL" clId="{F73142B9-055D-4BFF-9D5C-7A6969F6A522}" dt="2026-08-13T03:20:19.049" v="4391" actId="478"/>
          <ac:spMkLst>
            <pc:docMk/>
            <pc:sldMk cId="2454727397" sldId="819"/>
            <ac:spMk id="42" creationId="{6D139865-CDEB-0CB6-8628-3A6CFDB03ABC}"/>
          </ac:spMkLst>
        </pc:spChg>
        <pc:spChg chg="add mod">
          <ac:chgData name="黃富求" userId="8cbc07ac-216a-4749-b0b7-26030834dc85" providerId="ADAL" clId="{F73142B9-055D-4BFF-9D5C-7A6969F6A522}" dt="2026-08-13T03:20:19.445" v="4392"/>
          <ac:spMkLst>
            <pc:docMk/>
            <pc:sldMk cId="2454727397" sldId="819"/>
            <ac:spMk id="43" creationId="{33F29611-0B3B-50D8-AA73-4C3A55897F5C}"/>
          </ac:spMkLst>
        </pc:spChg>
        <pc:spChg chg="add mod">
          <ac:chgData name="黃富求" userId="8cbc07ac-216a-4749-b0b7-26030834dc85" providerId="ADAL" clId="{F73142B9-055D-4BFF-9D5C-7A6969F6A522}" dt="2026-08-13T03:20:19.445" v="4392"/>
          <ac:spMkLst>
            <pc:docMk/>
            <pc:sldMk cId="2454727397" sldId="819"/>
            <ac:spMk id="46" creationId="{8B7DA52C-A367-C148-2396-042EF0A5162B}"/>
          </ac:spMkLst>
        </pc:spChg>
        <pc:spChg chg="add mod">
          <ac:chgData name="黃富求" userId="8cbc07ac-216a-4749-b0b7-26030834dc85" providerId="ADAL" clId="{F73142B9-055D-4BFF-9D5C-7A6969F6A522}" dt="2026-08-13T03:20:19.445" v="4392"/>
          <ac:spMkLst>
            <pc:docMk/>
            <pc:sldMk cId="2454727397" sldId="819"/>
            <ac:spMk id="47" creationId="{1ADD5897-F2EF-85C4-D14C-60554604D691}"/>
          </ac:spMkLst>
        </pc:spChg>
        <pc:spChg chg="add mod">
          <ac:chgData name="黃富求" userId="8cbc07ac-216a-4749-b0b7-26030834dc85" providerId="ADAL" clId="{F73142B9-055D-4BFF-9D5C-7A6969F6A522}" dt="2026-08-13T03:20:19.445" v="4392"/>
          <ac:spMkLst>
            <pc:docMk/>
            <pc:sldMk cId="2454727397" sldId="819"/>
            <ac:spMk id="48" creationId="{0A1F3CBF-FDED-E24F-333C-6C5855333D43}"/>
          </ac:spMkLst>
        </pc:spChg>
        <pc:spChg chg="add mod">
          <ac:chgData name="黃富求" userId="8cbc07ac-216a-4749-b0b7-26030834dc85" providerId="ADAL" clId="{F73142B9-055D-4BFF-9D5C-7A6969F6A522}" dt="2026-08-13T03:20:19.445" v="4392"/>
          <ac:spMkLst>
            <pc:docMk/>
            <pc:sldMk cId="2454727397" sldId="819"/>
            <ac:spMk id="50" creationId="{82D0A48B-F647-FD11-5E9A-3452317066E4}"/>
          </ac:spMkLst>
        </pc:spChg>
        <pc:spChg chg="add mod">
          <ac:chgData name="黃富求" userId="8cbc07ac-216a-4749-b0b7-26030834dc85" providerId="ADAL" clId="{F73142B9-055D-4BFF-9D5C-7A6969F6A522}" dt="2026-08-13T03:20:19.445" v="4392"/>
          <ac:spMkLst>
            <pc:docMk/>
            <pc:sldMk cId="2454727397" sldId="819"/>
            <ac:spMk id="51" creationId="{37F21835-6580-C833-A9C1-16620F57910B}"/>
          </ac:spMkLst>
        </pc:spChg>
        <pc:spChg chg="add mod">
          <ac:chgData name="黃富求" userId="8cbc07ac-216a-4749-b0b7-26030834dc85" providerId="ADAL" clId="{F73142B9-055D-4BFF-9D5C-7A6969F6A522}" dt="2026-08-13T03:20:19.445" v="4392"/>
          <ac:spMkLst>
            <pc:docMk/>
            <pc:sldMk cId="2454727397" sldId="819"/>
            <ac:spMk id="52" creationId="{B24C5872-EBA2-04C4-BF51-6FEA5066C5E9}"/>
          </ac:spMkLst>
        </pc:spChg>
        <pc:spChg chg="add mod">
          <ac:chgData name="黃富求" userId="8cbc07ac-216a-4749-b0b7-26030834dc85" providerId="ADAL" clId="{F73142B9-055D-4BFF-9D5C-7A6969F6A522}" dt="2026-08-13T03:31:02.059" v="4751" actId="207"/>
          <ac:spMkLst>
            <pc:docMk/>
            <pc:sldMk cId="2454727397" sldId="819"/>
            <ac:spMk id="53" creationId="{D7539AB4-76B1-E6EC-1263-54CDE653C580}"/>
          </ac:spMkLst>
        </pc:spChg>
        <pc:spChg chg="add del mod">
          <ac:chgData name="黃富求" userId="8cbc07ac-216a-4749-b0b7-26030834dc85" providerId="ADAL" clId="{F73142B9-055D-4BFF-9D5C-7A6969F6A522}" dt="2026-08-13T03:20:38.819" v="4395" actId="478"/>
          <ac:spMkLst>
            <pc:docMk/>
            <pc:sldMk cId="2454727397" sldId="819"/>
            <ac:spMk id="57" creationId="{8037E280-3BD1-C5DD-4C80-C7FE3A0166EF}"/>
          </ac:spMkLst>
        </pc:spChg>
        <pc:spChg chg="del">
          <ac:chgData name="黃富求" userId="8cbc07ac-216a-4749-b0b7-26030834dc85" providerId="ADAL" clId="{F73142B9-055D-4BFF-9D5C-7A6969F6A522}" dt="2026-08-13T03:20:38.819" v="4395" actId="478"/>
          <ac:spMkLst>
            <pc:docMk/>
            <pc:sldMk cId="2454727397" sldId="819"/>
            <ac:spMk id="60" creationId="{2B69BC57-45D7-FBAA-E851-305485D6BBFE}"/>
          </ac:spMkLst>
        </pc:spChg>
        <pc:spChg chg="add del mod">
          <ac:chgData name="黃富求" userId="8cbc07ac-216a-4749-b0b7-26030834dc85" providerId="ADAL" clId="{F73142B9-055D-4BFF-9D5C-7A6969F6A522}" dt="2026-08-13T03:20:38.819" v="4395" actId="478"/>
          <ac:spMkLst>
            <pc:docMk/>
            <pc:sldMk cId="2454727397" sldId="819"/>
            <ac:spMk id="61" creationId="{9BBEA77D-AF0E-0714-1BF0-25D7F0C6165D}"/>
          </ac:spMkLst>
        </pc:spChg>
        <pc:picChg chg="mod modCrop">
          <ac:chgData name="黃富求" userId="8cbc07ac-216a-4749-b0b7-26030834dc85" providerId="ADAL" clId="{F73142B9-055D-4BFF-9D5C-7A6969F6A522}" dt="2026-08-13T03:20:34.571" v="4394" actId="1076"/>
          <ac:picMkLst>
            <pc:docMk/>
            <pc:sldMk cId="2454727397" sldId="819"/>
            <ac:picMk id="19" creationId="{CE27701D-49BD-D954-91ED-5B797C878AA3}"/>
          </ac:picMkLst>
        </pc:picChg>
        <pc:cxnChg chg="mod">
          <ac:chgData name="黃富求" userId="8cbc07ac-216a-4749-b0b7-26030834dc85" providerId="ADAL" clId="{F73142B9-055D-4BFF-9D5C-7A6969F6A522}" dt="2026-08-13T02:25:59.458" v="3536" actId="1076"/>
          <ac:cxnSpMkLst>
            <pc:docMk/>
            <pc:sldMk cId="2454727397" sldId="819"/>
            <ac:cxnSpMk id="8" creationId="{47B93349-A216-0999-FB40-AE84AB8E4978}"/>
          </ac:cxnSpMkLst>
        </pc:cxnChg>
        <pc:cxnChg chg="add del mod">
          <ac:chgData name="黃富求" userId="8cbc07ac-216a-4749-b0b7-26030834dc85" providerId="ADAL" clId="{F73142B9-055D-4BFF-9D5C-7A6969F6A522}" dt="2026-08-13T02:26:33.916" v="3544" actId="478"/>
          <ac:cxnSpMkLst>
            <pc:docMk/>
            <pc:sldMk cId="2454727397" sldId="819"/>
            <ac:cxnSpMk id="13" creationId="{037A1265-1954-C986-B64A-D38C7E67C857}"/>
          </ac:cxnSpMkLst>
        </pc:cxnChg>
        <pc:cxnChg chg="mod">
          <ac:chgData name="黃富求" userId="8cbc07ac-216a-4749-b0b7-26030834dc85" providerId="ADAL" clId="{F73142B9-055D-4BFF-9D5C-7A6969F6A522}" dt="2026-08-13T02:26:19.269" v="3541" actId="1076"/>
          <ac:cxnSpMkLst>
            <pc:docMk/>
            <pc:sldMk cId="2454727397" sldId="819"/>
            <ac:cxnSpMk id="16" creationId="{0DBA93FB-760A-B59B-9F76-82A0115DDC49}"/>
          </ac:cxnSpMkLst>
        </pc:cxnChg>
        <pc:cxnChg chg="add mod">
          <ac:chgData name="黃富求" userId="8cbc07ac-216a-4749-b0b7-26030834dc85" providerId="ADAL" clId="{F73142B9-055D-4BFF-9D5C-7A6969F6A522}" dt="2026-08-13T02:26:38.748" v="3547" actId="1076"/>
          <ac:cxnSpMkLst>
            <pc:docMk/>
            <pc:sldMk cId="2454727397" sldId="819"/>
            <ac:cxnSpMk id="40" creationId="{7A04994D-1C93-A965-6E3A-58EB96BE1911}"/>
          </ac:cxnSpMkLst>
        </pc:cxnChg>
        <pc:cxnChg chg="del mod">
          <ac:chgData name="黃富求" userId="8cbc07ac-216a-4749-b0b7-26030834dc85" providerId="ADAL" clId="{F73142B9-055D-4BFF-9D5C-7A6969F6A522}" dt="2026-08-13T03:20:38.819" v="4395" actId="478"/>
          <ac:cxnSpMkLst>
            <pc:docMk/>
            <pc:sldMk cId="2454727397" sldId="819"/>
            <ac:cxnSpMk id="59" creationId="{F0A5A47F-0AED-8DF1-3B81-F2BDE574358D}"/>
          </ac:cxnSpMkLst>
        </pc:cxnChg>
      </pc:sldChg>
      <pc:sldChg chg="addSp delSp modSp add mod">
        <pc:chgData name="黃富求" userId="8cbc07ac-216a-4749-b0b7-26030834dc85" providerId="ADAL" clId="{F73142B9-055D-4BFF-9D5C-7A6969F6A522}" dt="2026-08-13T03:30:54.296" v="4750" actId="207"/>
        <pc:sldMkLst>
          <pc:docMk/>
          <pc:sldMk cId="2067514649" sldId="820"/>
        </pc:sldMkLst>
        <pc:spChg chg="mod">
          <ac:chgData name="黃富求" userId="8cbc07ac-216a-4749-b0b7-26030834dc85" providerId="ADAL" clId="{F73142B9-055D-4BFF-9D5C-7A6969F6A522}" dt="2026-08-13T02:49:38.768" v="3916" actId="20577"/>
          <ac:spMkLst>
            <pc:docMk/>
            <pc:sldMk cId="2067514649" sldId="820"/>
            <ac:spMk id="2" creationId="{73EAE5BE-A120-90BB-769B-A97B01A7C7D8}"/>
          </ac:spMkLst>
        </pc:spChg>
        <pc:spChg chg="mod">
          <ac:chgData name="黃富求" userId="8cbc07ac-216a-4749-b0b7-26030834dc85" providerId="ADAL" clId="{F73142B9-055D-4BFF-9D5C-7A6969F6A522}" dt="2026-08-13T02:52:43.422" v="4120" actId="1076"/>
          <ac:spMkLst>
            <pc:docMk/>
            <pc:sldMk cId="2067514649" sldId="820"/>
            <ac:spMk id="4" creationId="{7B24CDF6-A00C-DECE-F98D-4CFA399B8F1F}"/>
          </ac:spMkLst>
        </pc:spChg>
        <pc:spChg chg="mod">
          <ac:chgData name="黃富求" userId="8cbc07ac-216a-4749-b0b7-26030834dc85" providerId="ADAL" clId="{F73142B9-055D-4BFF-9D5C-7A6969F6A522}" dt="2026-08-13T02:56:51.574" v="4153" actId="1076"/>
          <ac:spMkLst>
            <pc:docMk/>
            <pc:sldMk cId="2067514649" sldId="820"/>
            <ac:spMk id="5" creationId="{39128644-273E-095D-B487-30D55AAC668A}"/>
          </ac:spMkLst>
        </pc:spChg>
        <pc:spChg chg="mod">
          <ac:chgData name="黃富求" userId="8cbc07ac-216a-4749-b0b7-26030834dc85" providerId="ADAL" clId="{F73142B9-055D-4BFF-9D5C-7A6969F6A522}" dt="2026-08-13T02:51:46.735" v="4110" actId="14100"/>
          <ac:spMkLst>
            <pc:docMk/>
            <pc:sldMk cId="2067514649" sldId="820"/>
            <ac:spMk id="6" creationId="{14D5C02E-CDFD-7864-158B-CAB3728053AE}"/>
          </ac:spMkLst>
        </pc:spChg>
        <pc:spChg chg="mod">
          <ac:chgData name="黃富求" userId="8cbc07ac-216a-4749-b0b7-26030834dc85" providerId="ADAL" clId="{F73142B9-055D-4BFF-9D5C-7A6969F6A522}" dt="2026-08-13T02:52:25.890" v="4116" actId="1076"/>
          <ac:spMkLst>
            <pc:docMk/>
            <pc:sldMk cId="2067514649" sldId="820"/>
            <ac:spMk id="7" creationId="{84C54297-08DC-FEB7-BE2E-7A7CC0DD5FFB}"/>
          </ac:spMkLst>
        </pc:spChg>
        <pc:spChg chg="mod">
          <ac:chgData name="黃富求" userId="8cbc07ac-216a-4749-b0b7-26030834dc85" providerId="ADAL" clId="{F73142B9-055D-4BFF-9D5C-7A6969F6A522}" dt="2026-08-13T02:50:02.756" v="3958" actId="20577"/>
          <ac:spMkLst>
            <pc:docMk/>
            <pc:sldMk cId="2067514649" sldId="820"/>
            <ac:spMk id="9" creationId="{2FB02571-47EA-966E-444D-30B36A6822E4}"/>
          </ac:spMkLst>
        </pc:spChg>
        <pc:spChg chg="mod">
          <ac:chgData name="黃富求" userId="8cbc07ac-216a-4749-b0b7-26030834dc85" providerId="ADAL" clId="{F73142B9-055D-4BFF-9D5C-7A6969F6A522}" dt="2026-08-13T02:52:12.348" v="4114" actId="1076"/>
          <ac:spMkLst>
            <pc:docMk/>
            <pc:sldMk cId="2067514649" sldId="820"/>
            <ac:spMk id="11" creationId="{6C36238B-AA9E-9124-0F5E-BE3C98BD2CC9}"/>
          </ac:spMkLst>
        </pc:spChg>
        <pc:spChg chg="mod">
          <ac:chgData name="黃富求" userId="8cbc07ac-216a-4749-b0b7-26030834dc85" providerId="ADAL" clId="{F73142B9-055D-4BFF-9D5C-7A6969F6A522}" dt="2026-08-13T02:52:40.174" v="4118" actId="1076"/>
          <ac:spMkLst>
            <pc:docMk/>
            <pc:sldMk cId="2067514649" sldId="820"/>
            <ac:spMk id="12" creationId="{C3121017-6CF6-2EAD-A1C6-EC05F6AA00C4}"/>
          </ac:spMkLst>
        </pc:spChg>
        <pc:spChg chg="add mod">
          <ac:chgData name="黃富求" userId="8cbc07ac-216a-4749-b0b7-26030834dc85" providerId="ADAL" clId="{F73142B9-055D-4BFF-9D5C-7A6969F6A522}" dt="2026-08-13T03:30:54.296" v="4750" actId="207"/>
          <ac:spMkLst>
            <pc:docMk/>
            <pc:sldMk cId="2067514649" sldId="820"/>
            <ac:spMk id="13" creationId="{D8D64F74-9303-D992-6C0F-2877B52DA54A}"/>
          </ac:spMkLst>
        </pc:spChg>
        <pc:spChg chg="mod">
          <ac:chgData name="黃富求" userId="8cbc07ac-216a-4749-b0b7-26030834dc85" providerId="ADAL" clId="{F73142B9-055D-4BFF-9D5C-7A6969F6A522}" dt="2026-08-13T03:24:38.078" v="4609" actId="20577"/>
          <ac:spMkLst>
            <pc:docMk/>
            <pc:sldMk cId="2067514649" sldId="820"/>
            <ac:spMk id="14" creationId="{13BB78AA-0366-4204-A2BB-94790B5252AC}"/>
          </ac:spMkLst>
        </pc:spChg>
        <pc:spChg chg="mod">
          <ac:chgData name="黃富求" userId="8cbc07ac-216a-4749-b0b7-26030834dc85" providerId="ADAL" clId="{F73142B9-055D-4BFF-9D5C-7A6969F6A522}" dt="2026-08-13T02:53:31.474" v="4128" actId="1076"/>
          <ac:spMkLst>
            <pc:docMk/>
            <pc:sldMk cId="2067514649" sldId="820"/>
            <ac:spMk id="15" creationId="{06D20059-B4CA-E691-B25E-51644291D644}"/>
          </ac:spMkLst>
        </pc:spChg>
        <pc:spChg chg="mod">
          <ac:chgData name="黃富求" userId="8cbc07ac-216a-4749-b0b7-26030834dc85" providerId="ADAL" clId="{F73142B9-055D-4BFF-9D5C-7A6969F6A522}" dt="2026-08-13T02:53:19.290" v="4126" actId="1076"/>
          <ac:spMkLst>
            <pc:docMk/>
            <pc:sldMk cId="2067514649" sldId="820"/>
            <ac:spMk id="18" creationId="{4CA5A300-1EDF-3D15-55B7-BD5433741A94}"/>
          </ac:spMkLst>
        </pc:spChg>
        <pc:spChg chg="mod">
          <ac:chgData name="黃富求" userId="8cbc07ac-216a-4749-b0b7-26030834dc85" providerId="ADAL" clId="{F73142B9-055D-4BFF-9D5C-7A6969F6A522}" dt="2026-08-13T02:53:39.875" v="4129" actId="1076"/>
          <ac:spMkLst>
            <pc:docMk/>
            <pc:sldMk cId="2067514649" sldId="820"/>
            <ac:spMk id="20" creationId="{E802CFD5-2A0C-856B-D7BF-F5732D7B0A3F}"/>
          </ac:spMkLst>
        </pc:spChg>
        <pc:spChg chg="mod">
          <ac:chgData name="黃富求" userId="8cbc07ac-216a-4749-b0b7-26030834dc85" providerId="ADAL" clId="{F73142B9-055D-4BFF-9D5C-7A6969F6A522}" dt="2026-08-13T03:30:50.878" v="4749" actId="207"/>
          <ac:spMkLst>
            <pc:docMk/>
            <pc:sldMk cId="2067514649" sldId="820"/>
            <ac:spMk id="23" creationId="{BC9CE1E3-7E21-6ECD-FB42-B27697424C0D}"/>
          </ac:spMkLst>
        </pc:spChg>
        <pc:spChg chg="mod">
          <ac:chgData name="黃富求" userId="8cbc07ac-216a-4749-b0b7-26030834dc85" providerId="ADAL" clId="{F73142B9-055D-4BFF-9D5C-7A6969F6A522}" dt="2026-08-13T03:00:50.497" v="4171" actId="1076"/>
          <ac:spMkLst>
            <pc:docMk/>
            <pc:sldMk cId="2067514649" sldId="820"/>
            <ac:spMk id="28" creationId="{1D7D2402-8532-ECE2-E4EB-9CB3F27B552D}"/>
          </ac:spMkLst>
        </pc:spChg>
        <pc:spChg chg="add mod">
          <ac:chgData name="黃富求" userId="8cbc07ac-216a-4749-b0b7-26030834dc85" providerId="ADAL" clId="{F73142B9-055D-4BFF-9D5C-7A6969F6A522}" dt="2026-08-13T03:17:20.575" v="4390" actId="1076"/>
          <ac:spMkLst>
            <pc:docMk/>
            <pc:sldMk cId="2067514649" sldId="820"/>
            <ac:spMk id="37" creationId="{3F6BCE76-6AA0-0B5E-3359-6980FF5627E4}"/>
          </ac:spMkLst>
        </pc:spChg>
        <pc:spChg chg="mod">
          <ac:chgData name="黃富求" userId="8cbc07ac-216a-4749-b0b7-26030834dc85" providerId="ADAL" clId="{F73142B9-055D-4BFF-9D5C-7A6969F6A522}" dt="2026-08-13T02:54:01.165" v="4134" actId="1076"/>
          <ac:spMkLst>
            <pc:docMk/>
            <pc:sldMk cId="2067514649" sldId="820"/>
            <ac:spMk id="42" creationId="{107C68BB-2DF0-6616-1719-797301F5F232}"/>
          </ac:spMkLst>
        </pc:spChg>
        <pc:spChg chg="add del mod">
          <ac:chgData name="黃富求" userId="8cbc07ac-216a-4749-b0b7-26030834dc85" providerId="ADAL" clId="{F73142B9-055D-4BFF-9D5C-7A6969F6A522}" dt="2026-08-13T03:11:40.304" v="4306" actId="478"/>
          <ac:spMkLst>
            <pc:docMk/>
            <pc:sldMk cId="2067514649" sldId="820"/>
            <ac:spMk id="45" creationId="{00F7F15A-862E-EAE3-3D18-03E487064B89}"/>
          </ac:spMkLst>
        </pc:spChg>
        <pc:spChg chg="add del">
          <ac:chgData name="黃富求" userId="8cbc07ac-216a-4749-b0b7-26030834dc85" providerId="ADAL" clId="{F73142B9-055D-4BFF-9D5C-7A6969F6A522}" dt="2026-08-13T03:00:29.127" v="4168" actId="22"/>
          <ac:spMkLst>
            <pc:docMk/>
            <pc:sldMk cId="2067514649" sldId="820"/>
            <ac:spMk id="47" creationId="{069782C3-5332-14E7-E98D-D60DFD3B60E4}"/>
          </ac:spMkLst>
        </pc:spChg>
        <pc:spChg chg="add mod">
          <ac:chgData name="黃富求" userId="8cbc07ac-216a-4749-b0b7-26030834dc85" providerId="ADAL" clId="{F73142B9-055D-4BFF-9D5C-7A6969F6A522}" dt="2026-08-13T03:14:36.153" v="4381" actId="1076"/>
          <ac:spMkLst>
            <pc:docMk/>
            <pc:sldMk cId="2067514649" sldId="820"/>
            <ac:spMk id="49" creationId="{DA4C3D92-FD6E-AF61-ACC7-4F3BF930D279}"/>
          </ac:spMkLst>
        </pc:spChg>
        <pc:spChg chg="add mod">
          <ac:chgData name="黃富求" userId="8cbc07ac-216a-4749-b0b7-26030834dc85" providerId="ADAL" clId="{F73142B9-055D-4BFF-9D5C-7A6969F6A522}" dt="2026-08-13T03:16:21.262" v="4388" actId="1076"/>
          <ac:spMkLst>
            <pc:docMk/>
            <pc:sldMk cId="2067514649" sldId="820"/>
            <ac:spMk id="55" creationId="{AC10E5A0-C9AA-157F-BACE-5D531371C1CE}"/>
          </ac:spMkLst>
        </pc:spChg>
        <pc:picChg chg="del">
          <ac:chgData name="黃富求" userId="8cbc07ac-216a-4749-b0b7-26030834dc85" providerId="ADAL" clId="{F73142B9-055D-4BFF-9D5C-7A6969F6A522}" dt="2026-08-13T02:50:53.488" v="4088" actId="478"/>
          <ac:picMkLst>
            <pc:docMk/>
            <pc:sldMk cId="2067514649" sldId="820"/>
            <ac:picMk id="19" creationId="{837C52C9-AD04-C12D-1FC9-519A216542F9}"/>
          </ac:picMkLst>
        </pc:picChg>
        <pc:cxnChg chg="mod">
          <ac:chgData name="黃富求" userId="8cbc07ac-216a-4749-b0b7-26030834dc85" providerId="ADAL" clId="{F73142B9-055D-4BFF-9D5C-7A6969F6A522}" dt="2026-08-13T02:52:25.890" v="4116" actId="1076"/>
          <ac:cxnSpMkLst>
            <pc:docMk/>
            <pc:sldMk cId="2067514649" sldId="820"/>
            <ac:cxnSpMk id="8" creationId="{11C344C1-67D9-2C3F-CC90-B9744C2F86EA}"/>
          </ac:cxnSpMkLst>
        </pc:cxnChg>
        <pc:cxnChg chg="mod">
          <ac:chgData name="黃富求" userId="8cbc07ac-216a-4749-b0b7-26030834dc85" providerId="ADAL" clId="{F73142B9-055D-4BFF-9D5C-7A6969F6A522}" dt="2026-08-13T02:53:31.474" v="4128" actId="1076"/>
          <ac:cxnSpMkLst>
            <pc:docMk/>
            <pc:sldMk cId="2067514649" sldId="820"/>
            <ac:cxnSpMk id="16" creationId="{190F4B93-91D4-5629-BA09-3E779A502EC7}"/>
          </ac:cxnSpMkLst>
        </pc:cxnChg>
        <pc:cxnChg chg="add mod">
          <ac:chgData name="黃富求" userId="8cbc07ac-216a-4749-b0b7-26030834dc85" providerId="ADAL" clId="{F73142B9-055D-4BFF-9D5C-7A6969F6A522}" dt="2026-08-13T03:14:09.972" v="4380" actId="1076"/>
          <ac:cxnSpMkLst>
            <pc:docMk/>
            <pc:sldMk cId="2067514649" sldId="820"/>
            <ac:cxnSpMk id="38" creationId="{0DC3C508-A06D-31DF-0758-DDF1AFA0742B}"/>
          </ac:cxnSpMkLst>
        </pc:cxnChg>
        <pc:cxnChg chg="mod">
          <ac:chgData name="黃富求" userId="8cbc07ac-216a-4749-b0b7-26030834dc85" providerId="ADAL" clId="{F73142B9-055D-4BFF-9D5C-7A6969F6A522}" dt="2026-08-13T02:54:27.746" v="4140" actId="14100"/>
          <ac:cxnSpMkLst>
            <pc:docMk/>
            <pc:sldMk cId="2067514649" sldId="820"/>
            <ac:cxnSpMk id="40" creationId="{7C468F89-7294-26DE-2B3A-07E14B577E29}"/>
          </ac:cxnSpMkLst>
        </pc:cxnChg>
      </pc:sldChg>
      <pc:sldChg chg="addSp delSp modSp add mod">
        <pc:chgData name="黃富求" userId="8cbc07ac-216a-4749-b0b7-26030834dc85" providerId="ADAL" clId="{F73142B9-055D-4BFF-9D5C-7A6969F6A522}" dt="2026-08-13T03:34:38.676" v="4814" actId="1076"/>
        <pc:sldMkLst>
          <pc:docMk/>
          <pc:sldMk cId="511822525" sldId="821"/>
        </pc:sldMkLst>
        <pc:spChg chg="mod">
          <ac:chgData name="黃富求" userId="8cbc07ac-216a-4749-b0b7-26030834dc85" providerId="ADAL" clId="{F73142B9-055D-4BFF-9D5C-7A6969F6A522}" dt="2026-08-13T03:23:15.019" v="4468" actId="20577"/>
          <ac:spMkLst>
            <pc:docMk/>
            <pc:sldMk cId="511822525" sldId="821"/>
            <ac:spMk id="2" creationId="{BBD9526F-50C2-DFBD-E9CC-C97848136BFC}"/>
          </ac:spMkLst>
        </pc:spChg>
        <pc:spChg chg="mod">
          <ac:chgData name="黃富求" userId="8cbc07ac-216a-4749-b0b7-26030834dc85" providerId="ADAL" clId="{F73142B9-055D-4BFF-9D5C-7A6969F6A522}" dt="2026-08-13T03:23:36.587" v="4533" actId="20577"/>
          <ac:spMkLst>
            <pc:docMk/>
            <pc:sldMk cId="511822525" sldId="821"/>
            <ac:spMk id="9" creationId="{DCFF120C-57F7-7EB3-FF1E-3BF71AE616E8}"/>
          </ac:spMkLst>
        </pc:spChg>
        <pc:spChg chg="mod">
          <ac:chgData name="黃富求" userId="8cbc07ac-216a-4749-b0b7-26030834dc85" providerId="ADAL" clId="{F73142B9-055D-4BFF-9D5C-7A6969F6A522}" dt="2026-08-13T03:30:40.053" v="4748" actId="207"/>
          <ac:spMkLst>
            <pc:docMk/>
            <pc:sldMk cId="511822525" sldId="821"/>
            <ac:spMk id="13" creationId="{253BB03E-23DD-2071-08B9-8C36DC393B02}"/>
          </ac:spMkLst>
        </pc:spChg>
        <pc:spChg chg="mod">
          <ac:chgData name="黃富求" userId="8cbc07ac-216a-4749-b0b7-26030834dc85" providerId="ADAL" clId="{F73142B9-055D-4BFF-9D5C-7A6969F6A522}" dt="2026-08-13T03:33:22.493" v="4778"/>
          <ac:spMkLst>
            <pc:docMk/>
            <pc:sldMk cId="511822525" sldId="821"/>
            <ac:spMk id="14" creationId="{91619CE4-2012-B7E7-3AD2-F89C02A38CD6}"/>
          </ac:spMkLst>
        </pc:spChg>
        <pc:spChg chg="mod">
          <ac:chgData name="黃富求" userId="8cbc07ac-216a-4749-b0b7-26030834dc85" providerId="ADAL" clId="{F73142B9-055D-4BFF-9D5C-7A6969F6A522}" dt="2026-08-13T03:29:41.741" v="4747" actId="207"/>
          <ac:spMkLst>
            <pc:docMk/>
            <pc:sldMk cId="511822525" sldId="821"/>
            <ac:spMk id="23" creationId="{106F73C5-A361-C9CF-C0E7-31C4AEF1402A}"/>
          </ac:spMkLst>
        </pc:spChg>
        <pc:spChg chg="add mod">
          <ac:chgData name="黃富求" userId="8cbc07ac-216a-4749-b0b7-26030834dc85" providerId="ADAL" clId="{F73142B9-055D-4BFF-9D5C-7A6969F6A522}" dt="2026-08-13T03:29:13.716" v="4746" actId="14100"/>
          <ac:spMkLst>
            <pc:docMk/>
            <pc:sldMk cId="511822525" sldId="821"/>
            <ac:spMk id="24" creationId="{A17CC192-5611-37BD-BC39-A1B59A03F255}"/>
          </ac:spMkLst>
        </pc:spChg>
        <pc:spChg chg="add mod">
          <ac:chgData name="黃富求" userId="8cbc07ac-216a-4749-b0b7-26030834dc85" providerId="ADAL" clId="{F73142B9-055D-4BFF-9D5C-7A6969F6A522}" dt="2026-08-13T03:34:12.588" v="4790" actId="1076"/>
          <ac:spMkLst>
            <pc:docMk/>
            <pc:sldMk cId="511822525" sldId="821"/>
            <ac:spMk id="30" creationId="{871D73A1-DFBA-8AE7-5E2E-57017731EAA1}"/>
          </ac:spMkLst>
        </pc:spChg>
        <pc:spChg chg="add del mod">
          <ac:chgData name="黃富求" userId="8cbc07ac-216a-4749-b0b7-26030834dc85" providerId="ADAL" clId="{F73142B9-055D-4BFF-9D5C-7A6969F6A522}" dt="2026-08-13T03:33:51.119" v="4784" actId="22"/>
          <ac:spMkLst>
            <pc:docMk/>
            <pc:sldMk cId="511822525" sldId="821"/>
            <ac:spMk id="32" creationId="{91CD07B9-F0B2-5070-BBB5-68EFD34F4613}"/>
          </ac:spMkLst>
        </pc:spChg>
        <pc:spChg chg="add mod">
          <ac:chgData name="黃富求" userId="8cbc07ac-216a-4749-b0b7-26030834dc85" providerId="ADAL" clId="{F73142B9-055D-4BFF-9D5C-7A6969F6A522}" dt="2026-08-13T03:34:38.676" v="4814" actId="1076"/>
          <ac:spMkLst>
            <pc:docMk/>
            <pc:sldMk cId="511822525" sldId="821"/>
            <ac:spMk id="34" creationId="{380DA283-BA09-AD05-A4B3-4DD96EC808C4}"/>
          </ac:spMkLst>
        </pc:spChg>
        <pc:cxnChg chg="add mod">
          <ac:chgData name="黃富求" userId="8cbc07ac-216a-4749-b0b7-26030834dc85" providerId="ADAL" clId="{F73142B9-055D-4BFF-9D5C-7A6969F6A522}" dt="2026-08-13T03:29:13.716" v="4746" actId="14100"/>
          <ac:cxnSpMkLst>
            <pc:docMk/>
            <pc:sldMk cId="511822525" sldId="821"/>
            <ac:cxnSpMk id="3" creationId="{F022E6FE-C3D5-5B4D-0D4A-64B0A1313D24}"/>
          </ac:cxnSpMkLst>
        </pc:cxnChg>
      </pc:sldChg>
      <pc:sldChg chg="addSp modSp add mod">
        <pc:chgData name="黃富求" userId="8cbc07ac-216a-4749-b0b7-26030834dc85" providerId="ADAL" clId="{F73142B9-055D-4BFF-9D5C-7A6969F6A522}" dt="2026-08-13T03:41:58.142" v="5166" actId="20577"/>
        <pc:sldMkLst>
          <pc:docMk/>
          <pc:sldMk cId="445541219" sldId="822"/>
        </pc:sldMkLst>
        <pc:spChg chg="mod">
          <ac:chgData name="黃富求" userId="8cbc07ac-216a-4749-b0b7-26030834dc85" providerId="ADAL" clId="{F73142B9-055D-4BFF-9D5C-7A6969F6A522}" dt="2026-08-13T03:35:22.210" v="4838" actId="20577"/>
          <ac:spMkLst>
            <pc:docMk/>
            <pc:sldMk cId="445541219" sldId="822"/>
            <ac:spMk id="2" creationId="{1CC00F1C-3BDE-4BEE-A034-D2DC50951178}"/>
          </ac:spMkLst>
        </pc:spChg>
        <pc:spChg chg="mod">
          <ac:chgData name="黃富求" userId="8cbc07ac-216a-4749-b0b7-26030834dc85" providerId="ADAL" clId="{F73142B9-055D-4BFF-9D5C-7A6969F6A522}" dt="2026-08-13T03:38:08.863" v="4923" actId="20577"/>
          <ac:spMkLst>
            <pc:docMk/>
            <pc:sldMk cId="445541219" sldId="822"/>
            <ac:spMk id="9" creationId="{9EBB46E3-31A1-8400-6002-C9E095974B77}"/>
          </ac:spMkLst>
        </pc:spChg>
        <pc:spChg chg="mod">
          <ac:chgData name="黃富求" userId="8cbc07ac-216a-4749-b0b7-26030834dc85" providerId="ADAL" clId="{F73142B9-055D-4BFF-9D5C-7A6969F6A522}" dt="2026-08-13T03:41:58.142" v="5166" actId="20577"/>
          <ac:spMkLst>
            <pc:docMk/>
            <pc:sldMk cId="445541219" sldId="822"/>
            <ac:spMk id="14" creationId="{8C17D48E-8252-3981-71C1-68E23263E42F}"/>
          </ac:spMkLst>
        </pc:spChg>
        <pc:spChg chg="add mod">
          <ac:chgData name="黃富求" userId="8cbc07ac-216a-4749-b0b7-26030834dc85" providerId="ADAL" clId="{F73142B9-055D-4BFF-9D5C-7A6969F6A522}" dt="2026-08-13T03:40:29.409" v="5131" actId="207"/>
          <ac:spMkLst>
            <pc:docMk/>
            <pc:sldMk cId="445541219" sldId="822"/>
            <ac:spMk id="22" creationId="{4419CDE4-CE01-B2A9-93B8-F809A8B704C6}"/>
          </ac:spMkLst>
        </pc:spChg>
        <pc:spChg chg="add mod">
          <ac:chgData name="黃富求" userId="8cbc07ac-216a-4749-b0b7-26030834dc85" providerId="ADAL" clId="{F73142B9-055D-4BFF-9D5C-7A6969F6A522}" dt="2026-08-13T03:40:56.380" v="5138" actId="1076"/>
          <ac:spMkLst>
            <pc:docMk/>
            <pc:sldMk cId="445541219" sldId="822"/>
            <ac:spMk id="29" creationId="{A42BE07A-A397-819D-86AB-413275EF0491}"/>
          </ac:spMkLst>
        </pc:spChg>
        <pc:cxnChg chg="add mod">
          <ac:chgData name="黃富求" userId="8cbc07ac-216a-4749-b0b7-26030834dc85" providerId="ADAL" clId="{F73142B9-055D-4BFF-9D5C-7A6969F6A522}" dt="2026-08-13T03:39:54.725" v="5113" actId="1076"/>
          <ac:cxnSpMkLst>
            <pc:docMk/>
            <pc:sldMk cId="445541219" sldId="822"/>
            <ac:cxnSpMk id="17" creationId="{2034478D-2D55-EB2A-D9B5-B8C78F7403BA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7046" cy="3403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GB" dirty="0">
              <a:latin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9992" y="0"/>
            <a:ext cx="4307046" cy="3403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5A85089-C692-4DEA-AC49-04CF34D4FE14}" type="datetimeFigureOut">
              <a:rPr lang="en-GB" smtClean="0">
                <a:latin typeface="Arial" pitchFamily="34" charset="0"/>
              </a:rPr>
              <a:pPr/>
              <a:t>13/08/2026</a:t>
            </a:fld>
            <a:endParaRPr lang="en-GB" dirty="0">
              <a:latin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65659"/>
            <a:ext cx="4307046" cy="3403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GB" dirty="0">
              <a:latin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D3A5C721-4BB5-4DB6-AD65-4BA2A62B05B6}" type="slidenum">
              <a:rPr lang="en-GB" smtClean="0">
                <a:latin typeface="Arial" pitchFamily="34" charset="0"/>
              </a:rPr>
              <a:pPr/>
              <a:t>‹#›</a:t>
            </a:fld>
            <a:endParaRPr lang="en-GB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6323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7046" cy="3403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9992" y="0"/>
            <a:ext cx="4307046" cy="3403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>
                <a:latin typeface="Arial" pitchFamily="34" charset="0"/>
              </a:defRPr>
            </a:lvl1pPr>
          </a:lstStyle>
          <a:p>
            <a:fld id="{8045EBA9-A28D-4849-BFEA-AA04F6A21B63}" type="datetimeFigureOut">
              <a:rPr lang="en-GB" smtClean="0"/>
              <a:pPr/>
              <a:t>13/08/2026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700338" y="511175"/>
            <a:ext cx="4538662" cy="25527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65659"/>
            <a:ext cx="4307046" cy="3403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>
                <a:latin typeface="Arial" pitchFamily="34" charset="0"/>
              </a:defRPr>
            </a:lvl1pPr>
          </a:lstStyle>
          <a:p>
            <a:fld id="{5B43D19E-BFDB-4C92-8EDD-32EDDA8F41D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6270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>
            <a:extLst>
              <a:ext uri="{FF2B5EF4-FFF2-40B4-BE49-F238E27FC236}">
                <a16:creationId xmlns:a16="http://schemas.microsoft.com/office/drawing/2014/main" id="{A1B2B064-6AF7-BD42-20F7-7AAFF102E91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4793" y="3422933"/>
            <a:ext cx="5046636" cy="50413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spc="1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簡報副標題</a:t>
            </a:r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D9F8A5A4-124C-DE98-ADFC-21E0B01864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4792" y="2819669"/>
            <a:ext cx="5046636" cy="587772"/>
          </a:xfrm>
          <a:prstGeom prst="rect">
            <a:avLst/>
          </a:prstGeom>
        </p:spPr>
        <p:txBody>
          <a:bodyPr/>
          <a:lstStyle>
            <a:lvl1pPr algn="l">
              <a:defRPr sz="3600" b="0" spc="100" baseline="0">
                <a:latin typeface="+mn-ea"/>
                <a:ea typeface="+mn-ea"/>
              </a:defRPr>
            </a:lvl1pPr>
          </a:lstStyle>
          <a:p>
            <a:r>
              <a:rPr lang="zh-TW" altLang="en-US" dirty="0"/>
              <a:t>簡報主標題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9F1E24B-7511-2953-0FF5-48B4B4B8F0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460539" y="5745923"/>
            <a:ext cx="2047339" cy="37069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zh-TW" altLang="en-US" dirty="0"/>
              <a:t>友士股份有限公司</a:t>
            </a:r>
          </a:p>
        </p:txBody>
      </p:sp>
      <p:sp>
        <p:nvSpPr>
          <p:cNvPr id="6" name="文字版面配置區 4">
            <a:extLst>
              <a:ext uri="{FF2B5EF4-FFF2-40B4-BE49-F238E27FC236}">
                <a16:creationId xmlns:a16="http://schemas.microsoft.com/office/drawing/2014/main" id="{3004F83B-E3D1-A147-39D9-E0C7C772A1C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51035" y="6082281"/>
            <a:ext cx="2047339" cy="37069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altLang="zh-TW" dirty="0"/>
              <a:t>OO</a:t>
            </a:r>
            <a:r>
              <a:rPr lang="zh-TW" altLang="en-US" dirty="0"/>
              <a:t>部門 友士太郎</a:t>
            </a:r>
          </a:p>
        </p:txBody>
      </p:sp>
      <p:pic>
        <p:nvPicPr>
          <p:cNvPr id="2" name="図 4">
            <a:extLst>
              <a:ext uri="{FF2B5EF4-FFF2-40B4-BE49-F238E27FC236}">
                <a16:creationId xmlns:a16="http://schemas.microsoft.com/office/drawing/2014/main" id="{4355DF8F-49B7-5E41-2FA4-29F5F28D3A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34910" y="1542516"/>
            <a:ext cx="3772968" cy="3772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825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錄(簡約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DCC10EE-AD36-67AC-77E3-01B132F11860}"/>
              </a:ext>
            </a:extLst>
          </p:cNvPr>
          <p:cNvSpPr txBox="1"/>
          <p:nvPr userDrawn="1"/>
        </p:nvSpPr>
        <p:spPr>
          <a:xfrm>
            <a:off x="1196975" y="664888"/>
            <a:ext cx="3438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b="1" dirty="0">
                <a:solidFill>
                  <a:schemeClr val="accent1"/>
                </a:solidFill>
              </a:rPr>
              <a:t>AGENDA</a:t>
            </a:r>
            <a:endParaRPr kumimoji="1" lang="ja-JP" altLang="en-US" sz="4000" b="1" dirty="0">
              <a:solidFill>
                <a:schemeClr val="accent1"/>
              </a:solidFill>
            </a:endParaRP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8AC9A094-A2CF-F244-9CA3-32F282BCFB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76967" y="1665289"/>
            <a:ext cx="8517467" cy="3360737"/>
          </a:xfrm>
          <a:prstGeom prst="rect">
            <a:avLst/>
          </a:prstGeom>
        </p:spPr>
        <p:txBody>
          <a:bodyPr/>
          <a:lstStyle>
            <a:lvl1pPr marL="514350" indent="-51435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400"/>
            </a:lvl1pPr>
            <a:lvl2pPr marL="914400" indent="-457200">
              <a:buFont typeface="+mj-lt"/>
              <a:buAutoNum type="arabi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1828800" indent="0">
              <a:buFont typeface="+mj-lt"/>
              <a:buNone/>
              <a:defRPr/>
            </a:lvl5pPr>
          </a:lstStyle>
          <a:p>
            <a:pPr lvl="0"/>
            <a:r>
              <a:rPr lang="zh-TW" altLang="en-US" dirty="0"/>
              <a:t>請依序輸入項次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fr-FR" altLang="zh-TW" dirty="0"/>
          </a:p>
        </p:txBody>
      </p:sp>
    </p:spTree>
    <p:extLst>
      <p:ext uri="{BB962C8B-B14F-4D97-AF65-F5344CB8AC3E}">
        <p14:creationId xmlns:p14="http://schemas.microsoft.com/office/powerpoint/2010/main" val="1657433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純文字_條列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3D28C4-E9EE-DC09-54C5-DABB3EE11E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5123" y="215006"/>
            <a:ext cx="10515600" cy="556609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zh-TW" altLang="en-US" dirty="0"/>
              <a:t>標題 </a:t>
            </a:r>
            <a:r>
              <a:rPr lang="en-US" altLang="zh-TW" dirty="0"/>
              <a:t>(Noto Sans TC Medium 28pt)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648B55-04C3-2C94-3E2A-1D3180AB809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1100" y="1164565"/>
            <a:ext cx="10926792" cy="4546121"/>
          </a:xfrm>
          <a:prstGeom prst="rect">
            <a:avLst/>
          </a:prstGeom>
        </p:spPr>
        <p:txBody>
          <a:bodyPr/>
          <a:lstStyle>
            <a:lvl1pPr marL="228600" indent="-360000">
              <a:lnSpc>
                <a:spcPts val="2400"/>
              </a:lnSpc>
              <a:buFont typeface="Wingdings" panose="05000000000000000000" pitchFamily="2" charset="2"/>
              <a:buChar char="n"/>
              <a:defRPr sz="2000"/>
            </a:lvl1pPr>
            <a:lvl2pPr marL="685800" indent="-360000">
              <a:lnSpc>
                <a:spcPts val="2400"/>
              </a:lnSpc>
              <a:buFont typeface="Wingdings" panose="05000000000000000000" pitchFamily="2" charset="2"/>
              <a:buChar char="n"/>
              <a:defRPr sz="1800"/>
            </a:lvl2pPr>
            <a:lvl3pPr marL="1143000" indent="-360000">
              <a:lnSpc>
                <a:spcPts val="2400"/>
              </a:lnSpc>
              <a:buFont typeface="Wingdings" panose="05000000000000000000" pitchFamily="2" charset="2"/>
              <a:buChar char="n"/>
              <a:defRPr sz="1600"/>
            </a:lvl3pPr>
            <a:lvl4pPr marL="1600200" indent="-360000">
              <a:lnSpc>
                <a:spcPts val="2400"/>
              </a:lnSpc>
              <a:buFont typeface="Wingdings" panose="05000000000000000000" pitchFamily="2" charset="2"/>
              <a:buChar char="n"/>
              <a:defRPr sz="1200"/>
            </a:lvl4pPr>
            <a:lvl5pPr marL="2057400" indent="-360000">
              <a:lnSpc>
                <a:spcPts val="2400"/>
              </a:lnSpc>
              <a:buFont typeface="Wingdings" panose="05000000000000000000" pitchFamily="2" charset="2"/>
              <a:buChar char="n"/>
              <a:defRPr sz="1200"/>
            </a:lvl5pPr>
          </a:lstStyle>
          <a:p>
            <a:pPr lvl="0"/>
            <a:r>
              <a:rPr lang="en-US" altLang="zh-TW" dirty="0"/>
              <a:t>Noto Sans TC</a:t>
            </a:r>
            <a:r>
              <a:rPr lang="zh-TW" altLang="en-US" dirty="0"/>
              <a:t> </a:t>
            </a:r>
            <a:r>
              <a:rPr lang="en-US" altLang="zh-TW" dirty="0"/>
              <a:t>20 pt</a:t>
            </a:r>
            <a:endParaRPr lang="zh-TW" altLang="en-US" dirty="0"/>
          </a:p>
          <a:p>
            <a:pPr lvl="1"/>
            <a:r>
              <a:rPr lang="en-US" altLang="zh-TW" dirty="0"/>
              <a:t>Noto Sans TC18 pt</a:t>
            </a:r>
          </a:p>
          <a:p>
            <a:pPr lvl="2"/>
            <a:r>
              <a:rPr lang="en-US" altLang="zh-TW" dirty="0"/>
              <a:t>Noto Sans TC 16 pt</a:t>
            </a:r>
          </a:p>
          <a:p>
            <a:pPr lvl="3"/>
            <a:r>
              <a:rPr lang="en-US" altLang="zh-TW" dirty="0"/>
              <a:t>Noto Sans TC 12 pt</a:t>
            </a:r>
          </a:p>
          <a:p>
            <a:pPr lvl="4"/>
            <a:r>
              <a:rPr lang="en-US" altLang="zh-TW" dirty="0"/>
              <a:t>Noto Sans TC 12 pt</a:t>
            </a:r>
          </a:p>
        </p:txBody>
      </p:sp>
      <p:sp>
        <p:nvSpPr>
          <p:cNvPr id="7" name="日期版面配置區 3">
            <a:extLst>
              <a:ext uri="{FF2B5EF4-FFF2-40B4-BE49-F238E27FC236}">
                <a16:creationId xmlns:a16="http://schemas.microsoft.com/office/drawing/2014/main" id="{4B920855-AA59-6CAD-2F4B-286C1F258F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125" y="6352425"/>
            <a:ext cx="2743200" cy="365125"/>
          </a:xfrm>
          <a:prstGeom prst="rect">
            <a:avLst/>
          </a:prstGeom>
        </p:spPr>
        <p:txBody>
          <a:bodyPr/>
          <a:lstStyle/>
          <a:p>
            <a:fld id="{0F7F1ED6-2F0F-48F9-9591-93C685731860}" type="datetime1">
              <a:rPr lang="zh-TW" altLang="en-US" smtClean="0"/>
              <a:t>2026/8/13</a:t>
            </a:fld>
            <a:endParaRPr lang="zh-TW" altLang="en-US" dirty="0"/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8F2C39CD-74AF-CFDB-4A41-190CA8F30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37282" y="6336841"/>
            <a:ext cx="694427" cy="365125"/>
          </a:xfrm>
        </p:spPr>
        <p:txBody>
          <a:bodyPr/>
          <a:lstStyle/>
          <a:p>
            <a:fld id="{BAC6934B-0EEC-4147-BA4B-95101CD1EB90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9F8973E-7C9E-A616-7FA1-37CDFA238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77535" y="6418820"/>
            <a:ext cx="3434400" cy="201168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TW" dirty="0"/>
              <a:t>2025</a:t>
            </a:r>
            <a:r>
              <a:rPr lang="zh-TW" altLang="en-US" dirty="0"/>
              <a:t>年機電技術部 </a:t>
            </a:r>
            <a:r>
              <a:rPr lang="en-US" altLang="zh-TW" dirty="0"/>
              <a:t>11 </a:t>
            </a:r>
            <a:r>
              <a:rPr lang="zh-TW" altLang="en-US" dirty="0"/>
              <a:t>月技術會議報告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5132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純文字_無條列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3D28C4-E9EE-DC09-54C5-DABB3EE11E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5123" y="215006"/>
            <a:ext cx="10515600" cy="556609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zh-TW" altLang="en-US" dirty="0"/>
              <a:t>標題 </a:t>
            </a:r>
            <a:r>
              <a:rPr lang="en-US" altLang="zh-TW" dirty="0"/>
              <a:t>(Noto Sans TC Medium 28pt)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97D3D83-6B82-8EE9-AA8B-05321517F5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125" y="6352425"/>
            <a:ext cx="2743200" cy="365125"/>
          </a:xfrm>
          <a:prstGeom prst="rect">
            <a:avLst/>
          </a:prstGeom>
        </p:spPr>
        <p:txBody>
          <a:bodyPr/>
          <a:lstStyle/>
          <a:p>
            <a:fld id="{5D0D8962-7D20-4A35-8B1A-255EF7149B8E}" type="datetime1">
              <a:rPr lang="zh-TW" altLang="en-US" smtClean="0"/>
              <a:t>2026/8/13</a:t>
            </a:fld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78C3C6-B42E-2017-3AA5-1F9E5F1B7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48786" y="6336841"/>
            <a:ext cx="694427" cy="365125"/>
          </a:xfrm>
        </p:spPr>
        <p:txBody>
          <a:bodyPr/>
          <a:lstStyle/>
          <a:p>
            <a:fld id="{BAC6934B-0EEC-4147-BA4B-95101CD1EB90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58DF7C1-C40D-04A6-576C-229A1AB2ACF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09600" y="1170099"/>
            <a:ext cx="10972800" cy="469897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0" indent="0">
              <a:lnSpc>
                <a:spcPts val="24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2pPr>
            <a:lvl3pPr marL="0" indent="0">
              <a:lnSpc>
                <a:spcPts val="24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  <a:cs typeface="Arial" pitchFamily="34" charset="0"/>
              </a:defRPr>
            </a:lvl3pPr>
            <a:lvl4pPr marL="0" indent="0">
              <a:lnSpc>
                <a:spcPts val="24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  <a:cs typeface="Arial" pitchFamily="34" charset="0"/>
              </a:defRPr>
            </a:lvl4pPr>
            <a:lvl5pPr marL="0" indent="0">
              <a:lnSpc>
                <a:spcPts val="2000"/>
              </a:lnSpc>
              <a:buNone/>
              <a:defRPr sz="1200">
                <a:solidFill>
                  <a:schemeClr val="tx1"/>
                </a:solidFill>
                <a:latin typeface="+mn-lt"/>
                <a:cs typeface="Arial" pitchFamily="34" charset="0"/>
              </a:defRPr>
            </a:lvl5pPr>
          </a:lstStyle>
          <a:p>
            <a:pPr lvl="0"/>
            <a:r>
              <a:rPr lang="en-US" altLang="zh-TW" dirty="0"/>
              <a:t>Noto Sans TC 16pt</a:t>
            </a:r>
          </a:p>
          <a:p>
            <a:pPr lvl="1"/>
            <a:r>
              <a:rPr lang="en-US" altLang="zh-TW" dirty="0"/>
              <a:t>Noto Sans TC 14pt</a:t>
            </a:r>
            <a:endParaRPr lang="en-US" dirty="0"/>
          </a:p>
          <a:p>
            <a:pPr lvl="2"/>
            <a:r>
              <a:rPr lang="en-US" altLang="zh-TW" dirty="0"/>
              <a:t>Noto Sans TC 12pt</a:t>
            </a:r>
            <a:endParaRPr lang="en-US" dirty="0"/>
          </a:p>
          <a:p>
            <a:pPr lvl="3"/>
            <a:r>
              <a:rPr lang="fr-FR" dirty="0"/>
              <a:t>Noto Sans TC </a:t>
            </a:r>
            <a:r>
              <a:rPr lang="en-US" altLang="zh-TW" dirty="0"/>
              <a:t>12</a:t>
            </a:r>
            <a:r>
              <a:rPr lang="fr-FR" dirty="0"/>
              <a:t>pt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1EBB9-2CE7-5C20-CF0F-B586AAB69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77535" y="6418820"/>
            <a:ext cx="3434400" cy="201168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TW" dirty="0"/>
              <a:t>2025</a:t>
            </a:r>
            <a:r>
              <a:rPr lang="zh-TW" altLang="en-US" dirty="0"/>
              <a:t>年機電技術部 </a:t>
            </a:r>
            <a:r>
              <a:rPr lang="en-US" altLang="zh-TW" dirty="0"/>
              <a:t>11 </a:t>
            </a:r>
            <a:r>
              <a:rPr lang="zh-TW" altLang="en-US" dirty="0"/>
              <a:t>月技術會議報告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4403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條例混和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3D28C4-E9EE-DC09-54C5-DABB3EE11E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5123" y="215006"/>
            <a:ext cx="10515600" cy="55660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zh-TW" altLang="en-US" dirty="0"/>
              <a:t>標題 </a:t>
            </a:r>
            <a:r>
              <a:rPr lang="en-US" altLang="zh-TW" dirty="0"/>
              <a:t>(Noto Sans TC Medium 28pt)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97D3D83-6B82-8EE9-AA8B-05321517F5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125" y="6352425"/>
            <a:ext cx="2743200" cy="365125"/>
          </a:xfrm>
          <a:prstGeom prst="rect">
            <a:avLst/>
          </a:prstGeom>
        </p:spPr>
        <p:txBody>
          <a:bodyPr/>
          <a:lstStyle/>
          <a:p>
            <a:fld id="{1E4F0744-D713-442E-AE12-F8B638998748}" type="datetime1">
              <a:rPr lang="zh-TW" altLang="en-US" smtClean="0"/>
              <a:t>2026/8/13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78C3C6-B42E-2017-3AA5-1F9E5F1B7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48786" y="6336841"/>
            <a:ext cx="694427" cy="365125"/>
          </a:xfrm>
        </p:spPr>
        <p:txBody>
          <a:bodyPr/>
          <a:lstStyle/>
          <a:p>
            <a:fld id="{BAC6934B-0EEC-4147-BA4B-95101CD1EB90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631E44F-1ADC-360E-3ED4-DB6AF0018EC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09600" y="1175441"/>
            <a:ext cx="10972800" cy="24304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400"/>
              </a:lnSpc>
              <a:buNone/>
              <a:defRPr sz="16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356616" indent="-360000">
              <a:lnSpc>
                <a:spcPts val="24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2pPr>
            <a:lvl3pPr marL="713232" indent="-360000">
              <a:lnSpc>
                <a:spcPts val="24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 sz="1200">
                <a:solidFill>
                  <a:schemeClr val="tx1"/>
                </a:solidFill>
                <a:latin typeface="+mn-lt"/>
                <a:cs typeface="Arial" pitchFamily="34" charset="0"/>
              </a:defRPr>
            </a:lvl3pPr>
            <a:lvl4pPr marL="1069848" indent="-360000">
              <a:lnSpc>
                <a:spcPts val="24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 sz="1200">
                <a:solidFill>
                  <a:schemeClr val="tx1"/>
                </a:solidFill>
                <a:latin typeface="+mn-lt"/>
                <a:cs typeface="Arial" pitchFamily="34" charset="0"/>
              </a:defRPr>
            </a:lvl4pPr>
            <a:lvl5pPr marL="1426464">
              <a:defRPr sz="1200">
                <a:solidFill>
                  <a:schemeClr val="tx1"/>
                </a:solidFill>
                <a:latin typeface="+mn-lt"/>
                <a:cs typeface="Arial" pitchFamily="34" charset="0"/>
              </a:defRPr>
            </a:lvl5pPr>
          </a:lstStyle>
          <a:p>
            <a:pPr lvl="0"/>
            <a:r>
              <a:rPr lang="fr-FR" dirty="0"/>
              <a:t>Noto Sans TC 16pt</a:t>
            </a:r>
          </a:p>
          <a:p>
            <a:pPr lvl="1"/>
            <a:r>
              <a:rPr lang="fr-FR" dirty="0"/>
              <a:t>Noto Sans TC </a:t>
            </a:r>
            <a:r>
              <a:rPr lang="en-US" altLang="zh-TW" dirty="0"/>
              <a:t>14</a:t>
            </a:r>
            <a:r>
              <a:rPr lang="fr-FR" dirty="0"/>
              <a:t>pt</a:t>
            </a:r>
          </a:p>
          <a:p>
            <a:pPr lvl="2"/>
            <a:r>
              <a:rPr lang="fr-FR" dirty="0"/>
              <a:t>Noto Sans TC </a:t>
            </a:r>
            <a:r>
              <a:rPr lang="en-US" altLang="zh-TW" dirty="0"/>
              <a:t>12</a:t>
            </a:r>
            <a:r>
              <a:rPr lang="fr-FR" dirty="0"/>
              <a:t>pt</a:t>
            </a:r>
          </a:p>
          <a:p>
            <a:pPr lvl="3"/>
            <a:r>
              <a:rPr lang="fr-FR" dirty="0"/>
              <a:t>Noto Sans TC </a:t>
            </a:r>
            <a:r>
              <a:rPr lang="en-US" altLang="zh-TW" dirty="0"/>
              <a:t>12</a:t>
            </a:r>
            <a:r>
              <a:rPr lang="fr-FR" dirty="0"/>
              <a:t>pt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DEC4484-7DC0-8018-FFD8-918B7F8E74E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09600" y="3712743"/>
            <a:ext cx="10972800" cy="23257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128016" indent="0">
              <a:buNone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2pPr>
            <a:lvl3pPr marL="713232">
              <a:defRPr sz="1600">
                <a:solidFill>
                  <a:schemeClr val="tx1"/>
                </a:solidFill>
                <a:latin typeface="+mn-lt"/>
                <a:cs typeface="Arial" pitchFamily="34" charset="0"/>
              </a:defRPr>
            </a:lvl3pPr>
            <a:lvl4pPr marL="1069848">
              <a:defRPr sz="1200">
                <a:solidFill>
                  <a:schemeClr val="tx1"/>
                </a:solidFill>
                <a:latin typeface="+mn-lt"/>
                <a:cs typeface="Arial" pitchFamily="34" charset="0"/>
              </a:defRPr>
            </a:lvl4pPr>
            <a:lvl5pPr marL="1426464">
              <a:defRPr sz="1200">
                <a:solidFill>
                  <a:schemeClr val="tx1"/>
                </a:solidFill>
                <a:latin typeface="+mn-lt"/>
                <a:cs typeface="Arial" pitchFamily="34" charset="0"/>
              </a:defRPr>
            </a:lvl5pPr>
          </a:lstStyle>
          <a:p>
            <a:pPr lvl="0"/>
            <a:r>
              <a:rPr lang="fr-FR" dirty="0"/>
              <a:t>Noto Sans TC 16pt</a:t>
            </a:r>
          </a:p>
          <a:p>
            <a:pPr lvl="0"/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D1F3B4F-C50F-1155-8D26-36E8566F5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77535" y="6418820"/>
            <a:ext cx="3434400" cy="201168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TW" dirty="0"/>
              <a:t>2025</a:t>
            </a:r>
            <a:r>
              <a:rPr lang="zh-TW" altLang="en-US" dirty="0"/>
              <a:t>年機電技術部 </a:t>
            </a:r>
            <a:r>
              <a:rPr lang="en-US" altLang="zh-TW" dirty="0"/>
              <a:t>11 </a:t>
            </a:r>
            <a:r>
              <a:rPr lang="zh-TW" altLang="en-US" dirty="0"/>
              <a:t>月技術會議報告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4666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圖片含小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5CCF25-510E-4E8F-9281-37B64D9508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5123" y="215006"/>
            <a:ext cx="10515600" cy="55660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zh-TW" altLang="en-US" dirty="0"/>
              <a:t>標題 </a:t>
            </a:r>
            <a:r>
              <a:rPr lang="en-US" altLang="zh-TW" dirty="0"/>
              <a:t>(Noto Sans TC Medium 28pt)</a:t>
            </a:r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A58C380-4F78-CB47-3A54-1B92C88AFD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125" y="6352367"/>
            <a:ext cx="2743200" cy="365125"/>
          </a:xfrm>
          <a:prstGeom prst="rect">
            <a:avLst/>
          </a:prstGeom>
        </p:spPr>
        <p:txBody>
          <a:bodyPr/>
          <a:lstStyle/>
          <a:p>
            <a:fld id="{949D2302-E097-4B9C-9FEE-B89ABF82A913}" type="datetime1">
              <a:rPr lang="zh-TW" altLang="en-US" smtClean="0"/>
              <a:t>2026/8/13</a:t>
            </a:fld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7A2AAEE-9CDA-C96D-B2C0-6BA72D376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42885" y="6336841"/>
            <a:ext cx="694427" cy="365125"/>
          </a:xfrm>
        </p:spPr>
        <p:txBody>
          <a:bodyPr/>
          <a:lstStyle/>
          <a:p>
            <a:fld id="{BAC6934B-0EEC-4147-BA4B-95101CD1EB90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65A470D-8817-D406-BE46-2F8A3DB7F4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099" y="1764545"/>
            <a:ext cx="5390400" cy="399496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BCCEA02-B19D-E2FA-E90C-86AEE0EA03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0099" y="1764545"/>
            <a:ext cx="5390400" cy="399496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B7C1F36A-6B82-3962-C226-E69A0A2841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8099" y="1182038"/>
            <a:ext cx="5390400" cy="439729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ts val="28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Noto Sans CJK TC Medium" panose="020B0600000000000000" pitchFamily="34" charset="-120"/>
                <a:ea typeface="Noto Sans CJK TC Medium" panose="020B0600000000000000" pitchFamily="34" charset="-120"/>
              </a:defRPr>
            </a:lvl1pPr>
          </a:lstStyle>
          <a:p>
            <a:pPr lvl="0"/>
            <a:r>
              <a:rPr lang="zh-TW" altLang="en-US" dirty="0"/>
              <a:t>小標題</a:t>
            </a:r>
            <a:r>
              <a:rPr lang="en-US" altLang="zh-TW" dirty="0"/>
              <a:t> 20pt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B6642C-CBC8-7C4B-B1C5-AC0712BEC27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90099" y="1182039"/>
            <a:ext cx="5390400" cy="439729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ts val="28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Noto Sans CJK TC Medium" panose="020B0600000000000000" pitchFamily="34" charset="-120"/>
                <a:ea typeface="Noto Sans CJK TC Medium" panose="020B0600000000000000" pitchFamily="34" charset="-120"/>
              </a:defRPr>
            </a:lvl1pPr>
          </a:lstStyle>
          <a:p>
            <a:pPr lvl="0"/>
            <a:r>
              <a:rPr lang="zh-TW" altLang="en-US" dirty="0"/>
              <a:t>小標題</a:t>
            </a:r>
            <a:r>
              <a:rPr lang="en-US" altLang="zh-TW" dirty="0"/>
              <a:t> 20pt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D02E673-E965-9973-815F-4796DFD72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77535" y="6418820"/>
            <a:ext cx="3434400" cy="201168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TW" dirty="0"/>
              <a:t>2025</a:t>
            </a:r>
            <a:r>
              <a:rPr lang="zh-TW" altLang="en-US" dirty="0"/>
              <a:t>年機電技術部 </a:t>
            </a:r>
            <a:r>
              <a:rPr lang="en-US" altLang="zh-TW" dirty="0"/>
              <a:t>11 </a:t>
            </a:r>
            <a:r>
              <a:rPr lang="zh-TW" altLang="en-US" dirty="0"/>
              <a:t>月技術會議報告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7240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頁(含頁尾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97D3D83-6B82-8EE9-AA8B-05321517F5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125" y="6352425"/>
            <a:ext cx="2743200" cy="365125"/>
          </a:xfrm>
          <a:prstGeom prst="rect">
            <a:avLst/>
          </a:prstGeom>
        </p:spPr>
        <p:txBody>
          <a:bodyPr/>
          <a:lstStyle/>
          <a:p>
            <a:fld id="{BF41876B-7FB8-45B2-B95A-2A96746592A2}" type="datetime1">
              <a:rPr lang="zh-TW" altLang="en-US" smtClean="0"/>
              <a:t>2026/8/13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78C3C6-B42E-2017-3AA5-1F9E5F1B7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48786" y="6336841"/>
            <a:ext cx="694427" cy="365125"/>
          </a:xfrm>
        </p:spPr>
        <p:txBody>
          <a:bodyPr/>
          <a:lstStyle/>
          <a:p>
            <a:fld id="{BAC6934B-0EEC-4147-BA4B-95101CD1EB90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D785D95-C54E-34F2-34F8-7574669E6E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67343" y="6264298"/>
            <a:ext cx="1021708" cy="487150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D4F537D-4103-E855-CEBE-D88621512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77535" y="6418820"/>
            <a:ext cx="3434400" cy="201168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TW" dirty="0"/>
              <a:t>2025</a:t>
            </a:r>
            <a:r>
              <a:rPr lang="zh-TW" altLang="en-US" dirty="0"/>
              <a:t>年機電技術部 </a:t>
            </a:r>
            <a:r>
              <a:rPr lang="en-US" altLang="zh-TW" dirty="0"/>
              <a:t>11 </a:t>
            </a:r>
            <a:r>
              <a:rPr lang="zh-TW" altLang="en-US" dirty="0"/>
              <a:t>月技術會議報告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9572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頁(無頁尾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8689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分隔頁(四分之一友士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6">
            <a:extLst>
              <a:ext uri="{FF2B5EF4-FFF2-40B4-BE49-F238E27FC236}">
                <a16:creationId xmlns:a16="http://schemas.microsoft.com/office/drawing/2014/main" id="{67667D79-D5F6-450B-6790-373B9F4863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5149" y="3724724"/>
            <a:ext cx="5259251" cy="624787"/>
          </a:xfrm>
          <a:prstGeom prst="rect">
            <a:avLst/>
          </a:prstGeom>
        </p:spPr>
        <p:txBody>
          <a:bodyPr anchor="t"/>
          <a:lstStyle>
            <a:lvl1pPr>
              <a:defRPr sz="3600"/>
            </a:lvl1pPr>
          </a:lstStyle>
          <a:p>
            <a:r>
              <a:rPr lang="zh-TW" altLang="en-US" dirty="0"/>
              <a:t>分隔頁標題 </a:t>
            </a:r>
            <a:r>
              <a:rPr lang="en-US" altLang="zh-TW" dirty="0"/>
              <a:t>36pt</a:t>
            </a:r>
            <a:endParaRPr lang="zh-TW" altLang="en-US" dirty="0"/>
          </a:p>
        </p:txBody>
      </p:sp>
      <p:sp>
        <p:nvSpPr>
          <p:cNvPr id="10" name="文字版面配置區 9">
            <a:extLst>
              <a:ext uri="{FF2B5EF4-FFF2-40B4-BE49-F238E27FC236}">
                <a16:creationId xmlns:a16="http://schemas.microsoft.com/office/drawing/2014/main" id="{5668F105-6785-71C9-8441-A3FD6CEA2E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5150" y="2795857"/>
            <a:ext cx="4205151" cy="7964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471A6A20-28EF-B095-BC73-DF16F2EC80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5149" y="4360298"/>
            <a:ext cx="5259251" cy="1947409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ts val="2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TW" altLang="en-US" dirty="0"/>
              <a:t>內文</a:t>
            </a:r>
            <a:r>
              <a:rPr lang="en-US" altLang="zh-TW" dirty="0"/>
              <a:t>(</a:t>
            </a:r>
            <a:r>
              <a:rPr lang="fr-FR" altLang="zh-TW" dirty="0"/>
              <a:t>Noto Sans TC </a:t>
            </a:r>
            <a:r>
              <a:rPr lang="en-US" altLang="zh-TW" dirty="0"/>
              <a:t>12pt)</a:t>
            </a:r>
            <a:endParaRPr lang="en-GB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5619F4D-6318-8F83-A1FC-103AFD08EDA0}"/>
              </a:ext>
            </a:extLst>
          </p:cNvPr>
          <p:cNvSpPr/>
          <p:nvPr userDrawn="1"/>
        </p:nvSpPr>
        <p:spPr>
          <a:xfrm>
            <a:off x="9906000" y="0"/>
            <a:ext cx="228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>
              <a:solidFill>
                <a:schemeClr val="accent1"/>
              </a:solidFill>
            </a:endParaRPr>
          </a:p>
        </p:txBody>
      </p:sp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8F751798-F58D-ED58-005C-12A45E0A001A}"/>
              </a:ext>
            </a:extLst>
          </p:cNvPr>
          <p:cNvCxnSpPr>
            <a:cxnSpLocks/>
          </p:cNvCxnSpPr>
          <p:nvPr userDrawn="1"/>
        </p:nvCxnSpPr>
        <p:spPr>
          <a:xfrm>
            <a:off x="0" y="3592273"/>
            <a:ext cx="4237021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8570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分隔頁(半面友士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>
            <a:extLst>
              <a:ext uri="{FF2B5EF4-FFF2-40B4-BE49-F238E27FC236}">
                <a16:creationId xmlns:a16="http://schemas.microsoft.com/office/drawing/2014/main" id="{AA5381BE-A566-5FB4-6E75-4F94A3D79621}"/>
              </a:ext>
            </a:extLst>
          </p:cNvPr>
          <p:cNvGrpSpPr/>
          <p:nvPr userDrawn="1"/>
        </p:nvGrpSpPr>
        <p:grpSpPr>
          <a:xfrm flipH="1">
            <a:off x="-6222" y="0"/>
            <a:ext cx="12293473" cy="5314678"/>
            <a:chOff x="185275" y="831313"/>
            <a:chExt cx="8697139" cy="5314678"/>
          </a:xfrm>
        </p:grpSpPr>
        <p:sp>
          <p:nvSpPr>
            <p:cNvPr id="6" name="矩形 4">
              <a:extLst>
                <a:ext uri="{FF2B5EF4-FFF2-40B4-BE49-F238E27FC236}">
                  <a16:creationId xmlns:a16="http://schemas.microsoft.com/office/drawing/2014/main" id="{928FC310-EC06-9BA3-FD40-8652609CC259}"/>
                </a:ext>
              </a:extLst>
            </p:cNvPr>
            <p:cNvSpPr/>
            <p:nvPr/>
          </p:nvSpPr>
          <p:spPr>
            <a:xfrm flipV="1">
              <a:off x="223105" y="831313"/>
              <a:ext cx="8659309" cy="5116811"/>
            </a:xfrm>
            <a:custGeom>
              <a:avLst/>
              <a:gdLst>
                <a:gd name="connsiteX0" fmla="*/ 0 w 9144000"/>
                <a:gd name="connsiteY0" fmla="*/ 0 h 1713600"/>
                <a:gd name="connsiteX1" fmla="*/ 9144000 w 9144000"/>
                <a:gd name="connsiteY1" fmla="*/ 0 h 1713600"/>
                <a:gd name="connsiteX2" fmla="*/ 9144000 w 9144000"/>
                <a:gd name="connsiteY2" fmla="*/ 1713600 h 1713600"/>
                <a:gd name="connsiteX3" fmla="*/ 0 w 9144000"/>
                <a:gd name="connsiteY3" fmla="*/ 1713600 h 1713600"/>
                <a:gd name="connsiteX4" fmla="*/ 0 w 9144000"/>
                <a:gd name="connsiteY4" fmla="*/ 0 h 1713600"/>
                <a:gd name="connsiteX0" fmla="*/ 0 w 9144000"/>
                <a:gd name="connsiteY0" fmla="*/ 506994 h 2220594"/>
                <a:gd name="connsiteX1" fmla="*/ 9134947 w 9144000"/>
                <a:gd name="connsiteY1" fmla="*/ 0 h 2220594"/>
                <a:gd name="connsiteX2" fmla="*/ 9144000 w 9144000"/>
                <a:gd name="connsiteY2" fmla="*/ 2220594 h 2220594"/>
                <a:gd name="connsiteX3" fmla="*/ 0 w 9144000"/>
                <a:gd name="connsiteY3" fmla="*/ 2220594 h 2220594"/>
                <a:gd name="connsiteX4" fmla="*/ 0 w 9144000"/>
                <a:gd name="connsiteY4" fmla="*/ 506994 h 2220594"/>
                <a:gd name="connsiteX0" fmla="*/ 0 w 9153054"/>
                <a:gd name="connsiteY0" fmla="*/ 986828 h 2220594"/>
                <a:gd name="connsiteX1" fmla="*/ 9144001 w 9153054"/>
                <a:gd name="connsiteY1" fmla="*/ 0 h 2220594"/>
                <a:gd name="connsiteX2" fmla="*/ 9153054 w 9153054"/>
                <a:gd name="connsiteY2" fmla="*/ 2220594 h 2220594"/>
                <a:gd name="connsiteX3" fmla="*/ 9054 w 9153054"/>
                <a:gd name="connsiteY3" fmla="*/ 2220594 h 2220594"/>
                <a:gd name="connsiteX4" fmla="*/ 0 w 9153054"/>
                <a:gd name="connsiteY4" fmla="*/ 986828 h 2220594"/>
                <a:gd name="connsiteX0" fmla="*/ 0 w 9156585"/>
                <a:gd name="connsiteY0" fmla="*/ 986828 h 2220594"/>
                <a:gd name="connsiteX1" fmla="*/ 9155954 w 9156585"/>
                <a:gd name="connsiteY1" fmla="*/ 0 h 2220594"/>
                <a:gd name="connsiteX2" fmla="*/ 9153054 w 9156585"/>
                <a:gd name="connsiteY2" fmla="*/ 2220594 h 2220594"/>
                <a:gd name="connsiteX3" fmla="*/ 9054 w 9156585"/>
                <a:gd name="connsiteY3" fmla="*/ 2220594 h 2220594"/>
                <a:gd name="connsiteX4" fmla="*/ 0 w 9156585"/>
                <a:gd name="connsiteY4" fmla="*/ 986828 h 2220594"/>
                <a:gd name="connsiteX0" fmla="*/ 0 w 9156585"/>
                <a:gd name="connsiteY0" fmla="*/ 986828 h 2220594"/>
                <a:gd name="connsiteX1" fmla="*/ 9155954 w 9156585"/>
                <a:gd name="connsiteY1" fmla="*/ 0 h 2220594"/>
                <a:gd name="connsiteX2" fmla="*/ 9153054 w 9156585"/>
                <a:gd name="connsiteY2" fmla="*/ 2220594 h 2220594"/>
                <a:gd name="connsiteX3" fmla="*/ 9054 w 9156585"/>
                <a:gd name="connsiteY3" fmla="*/ 2220594 h 2220594"/>
                <a:gd name="connsiteX4" fmla="*/ 0 w 9156585"/>
                <a:gd name="connsiteY4" fmla="*/ 986828 h 2220594"/>
                <a:gd name="connsiteX0" fmla="*/ 0 w 9156585"/>
                <a:gd name="connsiteY0" fmla="*/ 986828 h 2220594"/>
                <a:gd name="connsiteX1" fmla="*/ 9155954 w 9156585"/>
                <a:gd name="connsiteY1" fmla="*/ 0 h 2220594"/>
                <a:gd name="connsiteX2" fmla="*/ 9153054 w 9156585"/>
                <a:gd name="connsiteY2" fmla="*/ 2220594 h 2220594"/>
                <a:gd name="connsiteX3" fmla="*/ 9054 w 9156585"/>
                <a:gd name="connsiteY3" fmla="*/ 2220594 h 2220594"/>
                <a:gd name="connsiteX4" fmla="*/ 0 w 9156585"/>
                <a:gd name="connsiteY4" fmla="*/ 986828 h 2220594"/>
                <a:gd name="connsiteX0" fmla="*/ 0 w 9156585"/>
                <a:gd name="connsiteY0" fmla="*/ 986828 h 2220594"/>
                <a:gd name="connsiteX1" fmla="*/ 9155954 w 9156585"/>
                <a:gd name="connsiteY1" fmla="*/ 0 h 2220594"/>
                <a:gd name="connsiteX2" fmla="*/ 9153054 w 9156585"/>
                <a:gd name="connsiteY2" fmla="*/ 2220594 h 2220594"/>
                <a:gd name="connsiteX3" fmla="*/ 4286 w 9156585"/>
                <a:gd name="connsiteY3" fmla="*/ 2220594 h 2220594"/>
                <a:gd name="connsiteX4" fmla="*/ 0 w 9156585"/>
                <a:gd name="connsiteY4" fmla="*/ 986828 h 2220594"/>
                <a:gd name="connsiteX0" fmla="*/ 847 w 9157432"/>
                <a:gd name="connsiteY0" fmla="*/ 986828 h 2220594"/>
                <a:gd name="connsiteX1" fmla="*/ 9156801 w 9157432"/>
                <a:gd name="connsiteY1" fmla="*/ 0 h 2220594"/>
                <a:gd name="connsiteX2" fmla="*/ 9153901 w 9157432"/>
                <a:gd name="connsiteY2" fmla="*/ 2220594 h 2220594"/>
                <a:gd name="connsiteX3" fmla="*/ 363 w 9157432"/>
                <a:gd name="connsiteY3" fmla="*/ 2220594 h 2220594"/>
                <a:gd name="connsiteX4" fmla="*/ 847 w 9157432"/>
                <a:gd name="connsiteY4" fmla="*/ 986828 h 2220594"/>
                <a:gd name="connsiteX0" fmla="*/ 847 w 9161255"/>
                <a:gd name="connsiteY0" fmla="*/ 986828 h 2220594"/>
                <a:gd name="connsiteX1" fmla="*/ 9156801 w 9161255"/>
                <a:gd name="connsiteY1" fmla="*/ 0 h 2220594"/>
                <a:gd name="connsiteX2" fmla="*/ 9161255 w 9161255"/>
                <a:gd name="connsiteY2" fmla="*/ 2217404 h 2220594"/>
                <a:gd name="connsiteX3" fmla="*/ 363 w 9161255"/>
                <a:gd name="connsiteY3" fmla="*/ 2220594 h 2220594"/>
                <a:gd name="connsiteX4" fmla="*/ 847 w 9161255"/>
                <a:gd name="connsiteY4" fmla="*/ 986828 h 2220594"/>
                <a:gd name="connsiteX0" fmla="*/ 847 w 9161255"/>
                <a:gd name="connsiteY0" fmla="*/ 986828 h 2222189"/>
                <a:gd name="connsiteX1" fmla="*/ 9156801 w 9161255"/>
                <a:gd name="connsiteY1" fmla="*/ 0 h 2222189"/>
                <a:gd name="connsiteX2" fmla="*/ 9161255 w 9161255"/>
                <a:gd name="connsiteY2" fmla="*/ 2222189 h 2222189"/>
                <a:gd name="connsiteX3" fmla="*/ 363 w 9161255"/>
                <a:gd name="connsiteY3" fmla="*/ 2220594 h 2222189"/>
                <a:gd name="connsiteX4" fmla="*/ 847 w 9161255"/>
                <a:gd name="connsiteY4" fmla="*/ 986828 h 2222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61255" h="2222189">
                  <a:moveTo>
                    <a:pt x="847" y="986828"/>
                  </a:moveTo>
                  <a:lnTo>
                    <a:pt x="9156801" y="0"/>
                  </a:lnTo>
                  <a:cubicBezTo>
                    <a:pt x="9159819" y="740198"/>
                    <a:pt x="9158237" y="1481991"/>
                    <a:pt x="9161255" y="2222189"/>
                  </a:cubicBezTo>
                  <a:lnTo>
                    <a:pt x="363" y="2220594"/>
                  </a:lnTo>
                  <a:cubicBezTo>
                    <a:pt x="-1066" y="1809339"/>
                    <a:pt x="2276" y="1398083"/>
                    <a:pt x="847" y="9868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>
                <a:solidFill>
                  <a:schemeClr val="accent1"/>
                </a:solidFill>
              </a:endParaRPr>
            </a:p>
          </p:txBody>
        </p:sp>
        <p:sp>
          <p:nvSpPr>
            <p:cNvPr id="7" name="等腰三角形 9">
              <a:extLst>
                <a:ext uri="{FF2B5EF4-FFF2-40B4-BE49-F238E27FC236}">
                  <a16:creationId xmlns:a16="http://schemas.microsoft.com/office/drawing/2014/main" id="{033E51D1-3304-AB4B-D404-D49E261F7539}"/>
                </a:ext>
              </a:extLst>
            </p:cNvPr>
            <p:cNvSpPr/>
            <p:nvPr/>
          </p:nvSpPr>
          <p:spPr>
            <a:xfrm rot="10800000" flipH="1">
              <a:off x="185275" y="3658741"/>
              <a:ext cx="8697137" cy="2487250"/>
            </a:xfrm>
            <a:custGeom>
              <a:avLst/>
              <a:gdLst>
                <a:gd name="connsiteX0" fmla="*/ 0 w 8637564"/>
                <a:gd name="connsiteY0" fmla="*/ 3512745 h 3512745"/>
                <a:gd name="connsiteX1" fmla="*/ 8628235 w 8637564"/>
                <a:gd name="connsiteY1" fmla="*/ 0 h 3512745"/>
                <a:gd name="connsiteX2" fmla="*/ 8637564 w 8637564"/>
                <a:gd name="connsiteY2" fmla="*/ 3512745 h 3512745"/>
                <a:gd name="connsiteX3" fmla="*/ 0 w 8637564"/>
                <a:gd name="connsiteY3" fmla="*/ 3512745 h 3512745"/>
                <a:gd name="connsiteX0" fmla="*/ 0 w 8629165"/>
                <a:gd name="connsiteY0" fmla="*/ 3512745 h 3512745"/>
                <a:gd name="connsiteX1" fmla="*/ 8628235 w 8629165"/>
                <a:gd name="connsiteY1" fmla="*/ 0 h 3512745"/>
                <a:gd name="connsiteX2" fmla="*/ 8628511 w 8629165"/>
                <a:gd name="connsiteY2" fmla="*/ 1158844 h 3512745"/>
                <a:gd name="connsiteX3" fmla="*/ 0 w 8629165"/>
                <a:gd name="connsiteY3" fmla="*/ 3512745 h 3512745"/>
                <a:gd name="connsiteX0" fmla="*/ 0 w 8637715"/>
                <a:gd name="connsiteY0" fmla="*/ 3096285 h 3096285"/>
                <a:gd name="connsiteX1" fmla="*/ 8637288 w 8637715"/>
                <a:gd name="connsiteY1" fmla="*/ 0 h 3096285"/>
                <a:gd name="connsiteX2" fmla="*/ 8628511 w 8637715"/>
                <a:gd name="connsiteY2" fmla="*/ 742384 h 3096285"/>
                <a:gd name="connsiteX3" fmla="*/ 0 w 8637715"/>
                <a:gd name="connsiteY3" fmla="*/ 3096285 h 3096285"/>
                <a:gd name="connsiteX0" fmla="*/ 0 w 8646618"/>
                <a:gd name="connsiteY0" fmla="*/ 3096285 h 3096285"/>
                <a:gd name="connsiteX1" fmla="*/ 8637288 w 8646618"/>
                <a:gd name="connsiteY1" fmla="*/ 0 h 3096285"/>
                <a:gd name="connsiteX2" fmla="*/ 8646618 w 8646618"/>
                <a:gd name="connsiteY2" fmla="*/ 1303699 h 3096285"/>
                <a:gd name="connsiteX3" fmla="*/ 0 w 8646618"/>
                <a:gd name="connsiteY3" fmla="*/ 3096285 h 3096285"/>
                <a:gd name="connsiteX0" fmla="*/ 0 w 8655822"/>
                <a:gd name="connsiteY0" fmla="*/ 2580237 h 2580237"/>
                <a:gd name="connsiteX1" fmla="*/ 8655395 w 8655822"/>
                <a:gd name="connsiteY1" fmla="*/ 0 h 2580237"/>
                <a:gd name="connsiteX2" fmla="*/ 8646618 w 8655822"/>
                <a:gd name="connsiteY2" fmla="*/ 787651 h 2580237"/>
                <a:gd name="connsiteX3" fmla="*/ 0 w 8655822"/>
                <a:gd name="connsiteY3" fmla="*/ 2580237 h 2580237"/>
                <a:gd name="connsiteX0" fmla="*/ 0 w 8646618"/>
                <a:gd name="connsiteY0" fmla="*/ 2408222 h 2408222"/>
                <a:gd name="connsiteX1" fmla="*/ 8628235 w 8646618"/>
                <a:gd name="connsiteY1" fmla="*/ 0 h 2408222"/>
                <a:gd name="connsiteX2" fmla="*/ 8646618 w 8646618"/>
                <a:gd name="connsiteY2" fmla="*/ 615636 h 2408222"/>
                <a:gd name="connsiteX3" fmla="*/ 0 w 8646618"/>
                <a:gd name="connsiteY3" fmla="*/ 2408222 h 2408222"/>
                <a:gd name="connsiteX0" fmla="*/ 0 w 8646618"/>
                <a:gd name="connsiteY0" fmla="*/ 2308634 h 2308634"/>
                <a:gd name="connsiteX1" fmla="*/ 8637289 w 8646618"/>
                <a:gd name="connsiteY1" fmla="*/ 0 h 2308634"/>
                <a:gd name="connsiteX2" fmla="*/ 8646618 w 8646618"/>
                <a:gd name="connsiteY2" fmla="*/ 516048 h 2308634"/>
                <a:gd name="connsiteX3" fmla="*/ 0 w 8646618"/>
                <a:gd name="connsiteY3" fmla="*/ 2308634 h 2308634"/>
                <a:gd name="connsiteX0" fmla="*/ 0 w 8638219"/>
                <a:gd name="connsiteY0" fmla="*/ 2308634 h 2308634"/>
                <a:gd name="connsiteX1" fmla="*/ 8637289 w 8638219"/>
                <a:gd name="connsiteY1" fmla="*/ 0 h 2308634"/>
                <a:gd name="connsiteX2" fmla="*/ 8637564 w 8638219"/>
                <a:gd name="connsiteY2" fmla="*/ 516048 h 2308634"/>
                <a:gd name="connsiteX3" fmla="*/ 0 w 8638219"/>
                <a:gd name="connsiteY3" fmla="*/ 2308634 h 2308634"/>
                <a:gd name="connsiteX0" fmla="*/ 0 w 8638219"/>
                <a:gd name="connsiteY0" fmla="*/ 2308634 h 2308634"/>
                <a:gd name="connsiteX1" fmla="*/ 8637289 w 8638219"/>
                <a:gd name="connsiteY1" fmla="*/ 0 h 2308634"/>
                <a:gd name="connsiteX2" fmla="*/ 8637564 w 8638219"/>
                <a:gd name="connsiteY2" fmla="*/ 516048 h 2308634"/>
                <a:gd name="connsiteX3" fmla="*/ 0 w 8638219"/>
                <a:gd name="connsiteY3" fmla="*/ 2308634 h 2308634"/>
                <a:gd name="connsiteX0" fmla="*/ 0 w 8638219"/>
                <a:gd name="connsiteY0" fmla="*/ 2272420 h 2272420"/>
                <a:gd name="connsiteX1" fmla="*/ 8637289 w 8638219"/>
                <a:gd name="connsiteY1" fmla="*/ 0 h 2272420"/>
                <a:gd name="connsiteX2" fmla="*/ 8637564 w 8638219"/>
                <a:gd name="connsiteY2" fmla="*/ 479834 h 2272420"/>
                <a:gd name="connsiteX3" fmla="*/ 0 w 8638219"/>
                <a:gd name="connsiteY3" fmla="*/ 2272420 h 2272420"/>
                <a:gd name="connsiteX0" fmla="*/ 0 w 8637564"/>
                <a:gd name="connsiteY0" fmla="*/ 2263367 h 2263367"/>
                <a:gd name="connsiteX1" fmla="*/ 8610129 w 8637564"/>
                <a:gd name="connsiteY1" fmla="*/ 0 h 2263367"/>
                <a:gd name="connsiteX2" fmla="*/ 8637564 w 8637564"/>
                <a:gd name="connsiteY2" fmla="*/ 470781 h 2263367"/>
                <a:gd name="connsiteX3" fmla="*/ 0 w 8637564"/>
                <a:gd name="connsiteY3" fmla="*/ 2263367 h 2263367"/>
                <a:gd name="connsiteX0" fmla="*/ 0 w 8638220"/>
                <a:gd name="connsiteY0" fmla="*/ 2245261 h 2245261"/>
                <a:gd name="connsiteX1" fmla="*/ 8637290 w 8638220"/>
                <a:gd name="connsiteY1" fmla="*/ 0 h 2245261"/>
                <a:gd name="connsiteX2" fmla="*/ 8637564 w 8638220"/>
                <a:gd name="connsiteY2" fmla="*/ 452675 h 2245261"/>
                <a:gd name="connsiteX3" fmla="*/ 0 w 8638220"/>
                <a:gd name="connsiteY3" fmla="*/ 2245261 h 2245261"/>
                <a:gd name="connsiteX0" fmla="*/ 0 w 8646771"/>
                <a:gd name="connsiteY0" fmla="*/ 2272421 h 2272421"/>
                <a:gd name="connsiteX1" fmla="*/ 8646344 w 8646771"/>
                <a:gd name="connsiteY1" fmla="*/ 0 h 2272421"/>
                <a:gd name="connsiteX2" fmla="*/ 8637564 w 8646771"/>
                <a:gd name="connsiteY2" fmla="*/ 479835 h 2272421"/>
                <a:gd name="connsiteX3" fmla="*/ 0 w 8646771"/>
                <a:gd name="connsiteY3" fmla="*/ 2272421 h 2272421"/>
                <a:gd name="connsiteX0" fmla="*/ 0 w 8637564"/>
                <a:gd name="connsiteY0" fmla="*/ 2254315 h 2254315"/>
                <a:gd name="connsiteX1" fmla="*/ 8628237 w 8637564"/>
                <a:gd name="connsiteY1" fmla="*/ 0 h 2254315"/>
                <a:gd name="connsiteX2" fmla="*/ 8637564 w 8637564"/>
                <a:gd name="connsiteY2" fmla="*/ 461729 h 2254315"/>
                <a:gd name="connsiteX3" fmla="*/ 0 w 8637564"/>
                <a:gd name="connsiteY3" fmla="*/ 2254315 h 2254315"/>
                <a:gd name="connsiteX0" fmla="*/ 0 w 8638220"/>
                <a:gd name="connsiteY0" fmla="*/ 2281475 h 2281475"/>
                <a:gd name="connsiteX1" fmla="*/ 8637290 w 8638220"/>
                <a:gd name="connsiteY1" fmla="*/ 0 h 2281475"/>
                <a:gd name="connsiteX2" fmla="*/ 8637564 w 8638220"/>
                <a:gd name="connsiteY2" fmla="*/ 488889 h 2281475"/>
                <a:gd name="connsiteX3" fmla="*/ 0 w 8638220"/>
                <a:gd name="connsiteY3" fmla="*/ 2281475 h 2281475"/>
                <a:gd name="connsiteX0" fmla="*/ 0 w 8637564"/>
                <a:gd name="connsiteY0" fmla="*/ 2287825 h 2287825"/>
                <a:gd name="connsiteX1" fmla="*/ 8630940 w 8637564"/>
                <a:gd name="connsiteY1" fmla="*/ 0 h 2287825"/>
                <a:gd name="connsiteX2" fmla="*/ 8637564 w 8637564"/>
                <a:gd name="connsiteY2" fmla="*/ 495239 h 2287825"/>
                <a:gd name="connsiteX3" fmla="*/ 0 w 8637564"/>
                <a:gd name="connsiteY3" fmla="*/ 2287825 h 2287825"/>
                <a:gd name="connsiteX0" fmla="*/ 0 w 8644148"/>
                <a:gd name="connsiteY0" fmla="*/ 2262425 h 2262425"/>
                <a:gd name="connsiteX1" fmla="*/ 8643640 w 8644148"/>
                <a:gd name="connsiteY1" fmla="*/ 0 h 2262425"/>
                <a:gd name="connsiteX2" fmla="*/ 8637564 w 8644148"/>
                <a:gd name="connsiteY2" fmla="*/ 469839 h 2262425"/>
                <a:gd name="connsiteX3" fmla="*/ 0 w 8644148"/>
                <a:gd name="connsiteY3" fmla="*/ 2262425 h 2262425"/>
                <a:gd name="connsiteX0" fmla="*/ 0 w 8644148"/>
                <a:gd name="connsiteY0" fmla="*/ 2268775 h 2268775"/>
                <a:gd name="connsiteX1" fmla="*/ 8643640 w 8644148"/>
                <a:gd name="connsiteY1" fmla="*/ 0 h 2268775"/>
                <a:gd name="connsiteX2" fmla="*/ 8637564 w 8644148"/>
                <a:gd name="connsiteY2" fmla="*/ 476189 h 2268775"/>
                <a:gd name="connsiteX3" fmla="*/ 0 w 8644148"/>
                <a:gd name="connsiteY3" fmla="*/ 2268775 h 2268775"/>
                <a:gd name="connsiteX0" fmla="*/ 0 w 8644148"/>
                <a:gd name="connsiteY0" fmla="*/ 2268775 h 2268775"/>
                <a:gd name="connsiteX1" fmla="*/ 8643640 w 8644148"/>
                <a:gd name="connsiteY1" fmla="*/ 0 h 2268775"/>
                <a:gd name="connsiteX2" fmla="*/ 8637564 w 8644148"/>
                <a:gd name="connsiteY2" fmla="*/ 463489 h 2268775"/>
                <a:gd name="connsiteX3" fmla="*/ 0 w 8644148"/>
                <a:gd name="connsiteY3" fmla="*/ 2268775 h 2268775"/>
                <a:gd name="connsiteX0" fmla="*/ 0 w 8638220"/>
                <a:gd name="connsiteY0" fmla="*/ 2281475 h 2281475"/>
                <a:gd name="connsiteX1" fmla="*/ 8637290 w 8638220"/>
                <a:gd name="connsiteY1" fmla="*/ 0 h 2281475"/>
                <a:gd name="connsiteX2" fmla="*/ 8637564 w 8638220"/>
                <a:gd name="connsiteY2" fmla="*/ 476189 h 2281475"/>
                <a:gd name="connsiteX3" fmla="*/ 0 w 8638220"/>
                <a:gd name="connsiteY3" fmla="*/ 2281475 h 228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38220" h="2281475">
                  <a:moveTo>
                    <a:pt x="0" y="2281475"/>
                  </a:moveTo>
                  <a:lnTo>
                    <a:pt x="8637290" y="0"/>
                  </a:lnTo>
                  <a:cubicBezTo>
                    <a:pt x="8640400" y="1170915"/>
                    <a:pt x="8634454" y="-694726"/>
                    <a:pt x="8637564" y="476189"/>
                  </a:cubicBezTo>
                  <a:lnTo>
                    <a:pt x="0" y="228147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>
                <a:solidFill>
                  <a:schemeClr val="accent6"/>
                </a:solidFill>
              </a:endParaRPr>
            </a:p>
          </p:txBody>
        </p:sp>
      </p:grpSp>
      <p:sp>
        <p:nvSpPr>
          <p:cNvPr id="5" name="標題 6">
            <a:extLst>
              <a:ext uri="{FF2B5EF4-FFF2-40B4-BE49-F238E27FC236}">
                <a16:creationId xmlns:a16="http://schemas.microsoft.com/office/drawing/2014/main" id="{67667D79-D5F6-450B-6790-373B9F4863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5549" y="5052425"/>
            <a:ext cx="5259251" cy="624787"/>
          </a:xfrm>
          <a:prstGeom prst="rect">
            <a:avLst/>
          </a:prstGeom>
        </p:spPr>
        <p:txBody>
          <a:bodyPr anchor="t"/>
          <a:lstStyle>
            <a:lvl1pPr algn="r">
              <a:defRPr sz="3600"/>
            </a:lvl1pPr>
          </a:lstStyle>
          <a:p>
            <a:r>
              <a:rPr lang="zh-TW" altLang="en-US" dirty="0"/>
              <a:t>分隔頁標題 </a:t>
            </a:r>
            <a:r>
              <a:rPr lang="en-US" altLang="zh-TW" dirty="0"/>
              <a:t>36pt</a:t>
            </a:r>
            <a:endParaRPr lang="zh-TW" altLang="en-US" dirty="0"/>
          </a:p>
        </p:txBody>
      </p:sp>
      <p:sp>
        <p:nvSpPr>
          <p:cNvPr id="10" name="文字版面配置區 9">
            <a:extLst>
              <a:ext uri="{FF2B5EF4-FFF2-40B4-BE49-F238E27FC236}">
                <a16:creationId xmlns:a16="http://schemas.microsoft.com/office/drawing/2014/main" id="{5668F105-6785-71C9-8441-A3FD6CEA2E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759539" y="3486927"/>
            <a:ext cx="1333500" cy="10780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altLang="zh-TW" dirty="0"/>
              <a:t>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90498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結尾頁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321B148-1E18-30FA-2FA5-7DD4429604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47483" y="670993"/>
            <a:ext cx="7097034" cy="404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059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2C3F262-13A6-AB02-FF2F-429FC98DD5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86109" y="6351679"/>
            <a:ext cx="11670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fld id="{DEDC73FA-77A3-493D-8847-4E8BEB4B1CA9}" type="datetime1">
              <a:rPr lang="zh-TW" altLang="en-US" smtClean="0"/>
              <a:t>2026/8/13</a:t>
            </a:fld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F2E1E0E-718F-4EB9-0FD9-386373BB2F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48786" y="6336841"/>
            <a:ext cx="694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fld id="{BAC6934B-0EEC-4147-BA4B-95101CD1EB90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D326B3CE-FB73-CE65-DA2F-7EB2BCE9626F}"/>
              </a:ext>
            </a:extLst>
          </p:cNvPr>
          <p:cNvCxnSpPr>
            <a:cxnSpLocks/>
          </p:cNvCxnSpPr>
          <p:nvPr userDrawn="1"/>
        </p:nvCxnSpPr>
        <p:spPr>
          <a:xfrm>
            <a:off x="286109" y="770717"/>
            <a:ext cx="11532096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" name="圖片 1">
            <a:extLst>
              <a:ext uri="{FF2B5EF4-FFF2-40B4-BE49-F238E27FC236}">
                <a16:creationId xmlns:a16="http://schemas.microsoft.com/office/drawing/2014/main" id="{A5B70153-283B-6118-EBC7-00AFEC76FA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01620" y="6264298"/>
            <a:ext cx="766281" cy="487150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4D3CD13-FEB0-D6C9-B2CE-016BD4AC7E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77535" y="6418820"/>
            <a:ext cx="3434400" cy="201168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TW" dirty="0"/>
              <a:t>2025</a:t>
            </a:r>
            <a:r>
              <a:rPr lang="zh-TW" altLang="en-US" dirty="0"/>
              <a:t>年機電技術部 </a:t>
            </a:r>
            <a:r>
              <a:rPr lang="en-US" altLang="zh-TW" dirty="0"/>
              <a:t>11 </a:t>
            </a:r>
            <a:r>
              <a:rPr lang="zh-TW" altLang="en-US" dirty="0"/>
              <a:t>月技術報告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112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913" r:id="rId2"/>
    <p:sldLayoutId id="2147483865" r:id="rId3"/>
    <p:sldLayoutId id="2147483890" r:id="rId4"/>
    <p:sldLayoutId id="2147483891" r:id="rId5"/>
    <p:sldLayoutId id="2147483892" r:id="rId6"/>
    <p:sldLayoutId id="2147483896" r:id="rId7"/>
    <p:sldLayoutId id="2147483915" r:id="rId8"/>
    <p:sldLayoutId id="2147483921" r:id="rId9"/>
    <p:sldLayoutId id="2147483920" r:id="rId10"/>
    <p:sldLayoutId id="214748390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10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" Target="slide10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" Target="slide10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672281C1-9709-07EE-F7AD-9B62B5A00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94" y="2580668"/>
            <a:ext cx="7324165" cy="1076932"/>
          </a:xfrm>
        </p:spPr>
        <p:txBody>
          <a:bodyPr/>
          <a:lstStyle/>
          <a:p>
            <a:pPr algn="ctr"/>
            <a:r>
              <a:rPr lang="zh-TW" altLang="en-US" dirty="0">
                <a:latin typeface="+mj-ea"/>
                <a:ea typeface="+mj-ea"/>
              </a:rPr>
              <a:t>壓幫機視覺改造案座標轉換資訊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A00A5A5-3CF3-9CC3-541A-B4C5FB3C46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TW" altLang="en-US" dirty="0"/>
              <a:t>友士股份有限公司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D9EBAF0-4B09-8AAE-58A3-9021E61AD61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48165" y="6082281"/>
            <a:ext cx="2650209" cy="370698"/>
          </a:xfrm>
        </p:spPr>
        <p:txBody>
          <a:bodyPr/>
          <a:lstStyle/>
          <a:p>
            <a:r>
              <a:rPr lang="zh-TW" altLang="en-US" dirty="0"/>
              <a:t>機電技術部  黃富求 編著</a:t>
            </a:r>
          </a:p>
        </p:txBody>
      </p:sp>
    </p:spTree>
    <p:extLst>
      <p:ext uri="{BB962C8B-B14F-4D97-AF65-F5344CB8AC3E}">
        <p14:creationId xmlns:p14="http://schemas.microsoft.com/office/powerpoint/2010/main" val="1358683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3C6CE-AFBF-3D80-B44F-DA619378D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F9CE4C-3282-6FB9-1F9E-0A5F2B666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視覺與</a:t>
            </a:r>
            <a:r>
              <a:rPr lang="en-US" altLang="zh-TW" dirty="0"/>
              <a:t>HMI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88159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44A27-6783-907D-7DB1-BE39A9E24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9867FF-6A34-F0E9-2976-FBADAA55B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</a:rPr>
              <a:t>視覺與</a:t>
            </a:r>
            <a:r>
              <a:rPr lang="en-US" altLang="zh-TW" b="1" dirty="0">
                <a:solidFill>
                  <a:schemeClr val="accent1">
                    <a:lumMod val="50000"/>
                  </a:schemeClr>
                </a:solidFill>
              </a:rPr>
              <a:t>HMI</a:t>
            </a:r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</a:rPr>
              <a:t>座標轉換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B450828-088D-E281-6396-A5F471570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1ED6-2F0F-48F9-9591-93C685731860}" type="datetime1">
              <a:rPr lang="zh-TW" altLang="en-US" smtClean="0"/>
              <a:t>2026/8/13</a:t>
            </a:fld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05918D3-C56F-D54A-C2C5-4AB6BCF7761F}"/>
              </a:ext>
            </a:extLst>
          </p:cNvPr>
          <p:cNvSpPr txBox="1"/>
          <p:nvPr/>
        </p:nvSpPr>
        <p:spPr>
          <a:xfrm>
            <a:off x="355123" y="850854"/>
            <a:ext cx="2340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視覺座標轉換為</a:t>
            </a:r>
            <a:r>
              <a:rPr lang="en-US" altLang="zh-TW" sz="16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AX</a:t>
            </a:r>
            <a:r>
              <a:rPr lang="zh-TW" altLang="en-US" sz="16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座標</a:t>
            </a:r>
            <a:r>
              <a:rPr lang="en-US" altLang="zh-TW" sz="16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:</a:t>
            </a:r>
            <a:endParaRPr lang="zh-TW" altLang="en-US" sz="1600" b="1" dirty="0">
              <a:solidFill>
                <a:schemeClr val="accent1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B73D7F7-7B81-1CB9-8889-BBB001D233AA}"/>
              </a:ext>
            </a:extLst>
          </p:cNvPr>
          <p:cNvSpPr txBox="1"/>
          <p:nvPr/>
        </p:nvSpPr>
        <p:spPr>
          <a:xfrm>
            <a:off x="10547557" y="639289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回目錄</a:t>
            </a:r>
            <a:endParaRPr lang="zh-TW" altLang="en-US" sz="1200" b="1" dirty="0">
              <a:solidFill>
                <a:schemeClr val="accent1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012C460-A307-1ED2-A9C4-CB26607060F2}"/>
              </a:ext>
            </a:extLst>
          </p:cNvPr>
          <p:cNvSpPr txBox="1"/>
          <p:nvPr/>
        </p:nvSpPr>
        <p:spPr>
          <a:xfrm>
            <a:off x="8806390" y="898433"/>
            <a:ext cx="3027022" cy="138499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latin typeface="+mn-ea"/>
              </a:rPr>
              <a:t>實際鞋面</a:t>
            </a:r>
            <a:r>
              <a:rPr lang="en-US" altLang="zh-TW" sz="1400" dirty="0">
                <a:latin typeface="+mn-ea"/>
              </a:rPr>
              <a:t>1(mm) =</a:t>
            </a:r>
            <a:r>
              <a:rPr lang="zh-TW" altLang="en-US" sz="1400" dirty="0">
                <a:latin typeface="+mn-ea"/>
              </a:rPr>
              <a:t> </a:t>
            </a:r>
            <a:r>
              <a:rPr lang="en-US" altLang="zh-TW" sz="1400" dirty="0">
                <a:latin typeface="+mn-ea"/>
              </a:rPr>
              <a:t>AX</a:t>
            </a:r>
            <a:r>
              <a:rPr lang="zh-TW" altLang="en-US" sz="1400" dirty="0">
                <a:latin typeface="+mn-ea"/>
              </a:rPr>
              <a:t>控制器</a:t>
            </a:r>
            <a:r>
              <a:rPr lang="en-US" altLang="zh-TW" sz="1400" dirty="0">
                <a:latin typeface="+mn-ea"/>
              </a:rPr>
              <a:t>10(unit)</a:t>
            </a:r>
          </a:p>
          <a:p>
            <a:r>
              <a:rPr lang="zh-TW" altLang="en-US" sz="1400" dirty="0">
                <a:latin typeface="+mn-ea"/>
              </a:rPr>
              <a:t>人機</a:t>
            </a:r>
            <a:r>
              <a:rPr lang="en-US" altLang="zh-TW" sz="1400" dirty="0">
                <a:latin typeface="+mn-ea"/>
              </a:rPr>
              <a:t>1(pixel)        = AX</a:t>
            </a:r>
            <a:r>
              <a:rPr lang="zh-TW" altLang="en-US" sz="1400" dirty="0">
                <a:latin typeface="+mn-ea"/>
              </a:rPr>
              <a:t>控制器 </a:t>
            </a:r>
            <a:r>
              <a:rPr lang="en-US" altLang="zh-TW" sz="1400" dirty="0">
                <a:latin typeface="+mn-ea"/>
              </a:rPr>
              <a:t>5(unit)</a:t>
            </a:r>
          </a:p>
          <a:p>
            <a:r>
              <a:rPr lang="zh-TW" altLang="en-US" sz="1400" dirty="0">
                <a:latin typeface="+mn-ea"/>
              </a:rPr>
              <a:t>人機上</a:t>
            </a:r>
            <a:r>
              <a:rPr lang="en-US" altLang="zh-TW" sz="1400" dirty="0">
                <a:latin typeface="+mn-ea"/>
              </a:rPr>
              <a:t>Pixel</a:t>
            </a:r>
            <a:r>
              <a:rPr lang="zh-TW" altLang="en-US" sz="1400" dirty="0">
                <a:latin typeface="+mn-ea"/>
              </a:rPr>
              <a:t>的座標系</a:t>
            </a:r>
            <a:r>
              <a:rPr lang="en-US" altLang="zh-TW" sz="1400" dirty="0">
                <a:latin typeface="+mn-ea"/>
              </a:rPr>
              <a:t>:</a:t>
            </a:r>
            <a:br>
              <a:rPr lang="en-US" altLang="zh-TW" sz="1400" dirty="0">
                <a:latin typeface="+mn-ea"/>
              </a:rPr>
            </a:br>
            <a:r>
              <a:rPr lang="en-US" altLang="zh-TW" sz="1400" dirty="0">
                <a:latin typeface="+mn-ea"/>
              </a:rPr>
              <a:t>X</a:t>
            </a:r>
            <a:r>
              <a:rPr lang="zh-TW" altLang="en-US" sz="1400" dirty="0">
                <a:latin typeface="+mn-ea"/>
              </a:rPr>
              <a:t> </a:t>
            </a:r>
            <a:r>
              <a:rPr lang="en-US" altLang="zh-TW" sz="1400" dirty="0">
                <a:latin typeface="+mn-ea"/>
              </a:rPr>
              <a:t>=</a:t>
            </a:r>
            <a:r>
              <a:rPr lang="zh-TW" altLang="en-US" sz="1400" dirty="0">
                <a:latin typeface="+mn-ea"/>
              </a:rPr>
              <a:t> </a:t>
            </a:r>
            <a:r>
              <a:rPr lang="en-US" altLang="zh-TW" sz="1400" dirty="0">
                <a:latin typeface="+mn-ea"/>
              </a:rPr>
              <a:t>511(pixel)</a:t>
            </a:r>
          </a:p>
          <a:p>
            <a:r>
              <a:rPr lang="en-US" altLang="zh-TW" sz="1400" dirty="0">
                <a:latin typeface="+mn-ea"/>
              </a:rPr>
              <a:t>Y = 45(pixel)</a:t>
            </a:r>
          </a:p>
          <a:p>
            <a:r>
              <a:rPr lang="en-US" altLang="zh-TW" sz="1400" dirty="0" err="1">
                <a:latin typeface="+mn-ea"/>
              </a:rPr>
              <a:t>PRG_CCD.bCapture</a:t>
            </a:r>
            <a:endParaRPr lang="en-US" altLang="zh-TW" sz="1400" dirty="0">
              <a:latin typeface="+mn-ea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D94E0A5-154E-D5DE-9255-D90861A86D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82" t="20940" r="44601" b="1565"/>
          <a:stretch>
            <a:fillRect/>
          </a:stretch>
        </p:blipFill>
        <p:spPr bwMode="auto">
          <a:xfrm flipH="1">
            <a:off x="702719" y="1268647"/>
            <a:ext cx="1789469" cy="340003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49DDAAAA-67FC-0C8F-F8BF-6537D3E21DB3}"/>
              </a:ext>
            </a:extLst>
          </p:cNvPr>
          <p:cNvSpPr txBox="1"/>
          <p:nvPr/>
        </p:nvSpPr>
        <p:spPr>
          <a:xfrm>
            <a:off x="3617330" y="1549864"/>
            <a:ext cx="4450905" cy="2639697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latin typeface="+mn-ea"/>
              </a:rPr>
              <a:t>視覺會先將拍攝的鞋面點位</a:t>
            </a:r>
            <a:r>
              <a:rPr lang="en-US" altLang="zh-TW" sz="1400" dirty="0">
                <a:latin typeface="+mn-ea"/>
              </a:rPr>
              <a:t>X/Y/X2</a:t>
            </a:r>
            <a:r>
              <a:rPr lang="zh-TW" altLang="en-US" sz="1400" dirty="0">
                <a:latin typeface="+mn-ea"/>
              </a:rPr>
              <a:t>軸各</a:t>
            </a:r>
            <a:r>
              <a:rPr lang="en-US" altLang="zh-TW" sz="1400" dirty="0">
                <a:latin typeface="+mn-ea"/>
              </a:rPr>
              <a:t>30</a:t>
            </a:r>
            <a:r>
              <a:rPr lang="zh-TW" altLang="en-US" sz="1400" dirty="0">
                <a:latin typeface="+mn-ea"/>
              </a:rPr>
              <a:t>點</a:t>
            </a:r>
            <a:r>
              <a:rPr lang="en-US" altLang="zh-TW" sz="1400" dirty="0">
                <a:latin typeface="+mn-ea"/>
              </a:rPr>
              <a:t>(</a:t>
            </a:r>
            <a:r>
              <a:rPr lang="zh-TW" altLang="en-US" sz="1400" dirty="0">
                <a:latin typeface="+mn-ea"/>
              </a:rPr>
              <a:t>實際僅有</a:t>
            </a:r>
            <a:r>
              <a:rPr lang="en-US" altLang="zh-TW" sz="1400" dirty="0">
                <a:latin typeface="+mn-ea"/>
              </a:rPr>
              <a:t>25</a:t>
            </a:r>
            <a:r>
              <a:rPr lang="zh-TW" altLang="en-US" sz="1400" dirty="0">
                <a:latin typeface="+mn-ea"/>
              </a:rPr>
              <a:t>點，後面</a:t>
            </a:r>
            <a:r>
              <a:rPr lang="en-US" altLang="zh-TW" sz="1400" dirty="0">
                <a:latin typeface="+mn-ea"/>
              </a:rPr>
              <a:t>5</a:t>
            </a:r>
            <a:r>
              <a:rPr lang="zh-TW" altLang="en-US" sz="1400" dirty="0">
                <a:latin typeface="+mn-ea"/>
              </a:rPr>
              <a:t>點與各軸第</a:t>
            </a:r>
            <a:r>
              <a:rPr lang="en-US" altLang="zh-TW" sz="1400" dirty="0">
                <a:latin typeface="+mn-ea"/>
              </a:rPr>
              <a:t>25</a:t>
            </a:r>
            <a:r>
              <a:rPr lang="zh-TW" altLang="en-US" sz="1400" dirty="0">
                <a:latin typeface="+mn-ea"/>
              </a:rPr>
              <a:t>點填補相同數值</a:t>
            </a:r>
            <a:r>
              <a:rPr lang="en-US" altLang="zh-TW" sz="1400" dirty="0">
                <a:latin typeface="+mn-ea"/>
              </a:rPr>
              <a:t>)</a:t>
            </a:r>
            <a:r>
              <a:rPr lang="zh-TW" altLang="en-US" sz="1400" dirty="0">
                <a:latin typeface="+mn-ea"/>
              </a:rPr>
              <a:t>，並透過</a:t>
            </a:r>
            <a:r>
              <a:rPr lang="en-US" altLang="zh-TW" sz="1400" dirty="0" err="1">
                <a:latin typeface="+mn-ea"/>
              </a:rPr>
              <a:t>ModbusTCP</a:t>
            </a:r>
            <a:r>
              <a:rPr lang="zh-TW" altLang="en-US" sz="1400" dirty="0">
                <a:latin typeface="+mn-ea"/>
              </a:rPr>
              <a:t>丟入</a:t>
            </a:r>
            <a:r>
              <a:rPr lang="en-US" altLang="zh-TW" sz="1400" dirty="0">
                <a:latin typeface="+mn-ea"/>
              </a:rPr>
              <a:t>AX</a:t>
            </a:r>
            <a:r>
              <a:rPr lang="zh-TW" altLang="en-US" sz="1400" dirty="0">
                <a:latin typeface="+mn-ea"/>
              </a:rPr>
              <a:t>控制器的陣列</a:t>
            </a:r>
            <a:r>
              <a:rPr lang="en-US" altLang="zh-TW" sz="1400" dirty="0" err="1">
                <a:latin typeface="+mn-ea"/>
              </a:rPr>
              <a:t>PRG_CCD.aCCD</a:t>
            </a:r>
            <a:r>
              <a:rPr lang="zh-TW" altLang="en-US" sz="1400" dirty="0">
                <a:latin typeface="+mn-ea"/>
              </a:rPr>
              <a:t>中，</a:t>
            </a:r>
            <a:r>
              <a:rPr lang="en-US" altLang="zh-TW" sz="1400" dirty="0">
                <a:latin typeface="+mn-ea"/>
              </a:rPr>
              <a:t> </a:t>
            </a:r>
            <a:r>
              <a:rPr lang="en-US" altLang="zh-TW" sz="1400" dirty="0" err="1">
                <a:latin typeface="+mn-ea"/>
              </a:rPr>
              <a:t>PRG_CCD.aCCD</a:t>
            </a:r>
            <a:r>
              <a:rPr lang="en-US" altLang="zh-TW" sz="1400" dirty="0">
                <a:latin typeface="+mn-ea"/>
              </a:rPr>
              <a:t>[14]..[43]</a:t>
            </a:r>
            <a:r>
              <a:rPr lang="zh-TW" altLang="en-US" sz="1400" dirty="0">
                <a:latin typeface="+mn-ea"/>
              </a:rPr>
              <a:t>為</a:t>
            </a:r>
            <a:r>
              <a:rPr lang="en-US" altLang="zh-TW" sz="1400" dirty="0">
                <a:latin typeface="+mn-ea"/>
              </a:rPr>
              <a:t>X</a:t>
            </a:r>
            <a:r>
              <a:rPr lang="zh-TW" altLang="en-US" sz="1400" dirty="0">
                <a:latin typeface="+mn-ea"/>
              </a:rPr>
              <a:t>軸、</a:t>
            </a:r>
            <a:r>
              <a:rPr lang="en-US" altLang="zh-TW" sz="1400" dirty="0">
                <a:latin typeface="+mn-ea"/>
              </a:rPr>
              <a:t> </a:t>
            </a:r>
            <a:r>
              <a:rPr lang="en-US" altLang="zh-TW" sz="1400" dirty="0" err="1">
                <a:latin typeface="+mn-ea"/>
              </a:rPr>
              <a:t>PRG_CCD.aCCD</a:t>
            </a:r>
            <a:r>
              <a:rPr lang="en-US" altLang="zh-TW" sz="1400" dirty="0">
                <a:latin typeface="+mn-ea"/>
              </a:rPr>
              <a:t>[44]..[73]</a:t>
            </a:r>
            <a:r>
              <a:rPr lang="zh-TW" altLang="en-US" sz="1400" dirty="0">
                <a:latin typeface="+mn-ea"/>
              </a:rPr>
              <a:t>為</a:t>
            </a:r>
            <a:r>
              <a:rPr lang="en-US" altLang="zh-TW" sz="1400" dirty="0">
                <a:latin typeface="+mn-ea"/>
              </a:rPr>
              <a:t>Y</a:t>
            </a:r>
            <a:r>
              <a:rPr lang="zh-TW" altLang="en-US" sz="1400" dirty="0">
                <a:latin typeface="+mn-ea"/>
              </a:rPr>
              <a:t>軸、</a:t>
            </a:r>
            <a:endParaRPr lang="en-US" altLang="zh-TW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TW" sz="1400" dirty="0" err="1">
                <a:latin typeface="+mn-ea"/>
              </a:rPr>
              <a:t>PRG_CCD.aCCD</a:t>
            </a:r>
            <a:r>
              <a:rPr lang="en-US" altLang="zh-TW" sz="1400" dirty="0">
                <a:latin typeface="+mn-ea"/>
              </a:rPr>
              <a:t>[74]..[103]</a:t>
            </a:r>
            <a:r>
              <a:rPr lang="zh-TW" altLang="en-US" sz="1400" dirty="0">
                <a:latin typeface="+mn-ea"/>
              </a:rPr>
              <a:t>為</a:t>
            </a:r>
            <a:r>
              <a:rPr lang="en-US" altLang="zh-TW" sz="1400" dirty="0">
                <a:latin typeface="+mn-ea"/>
              </a:rPr>
              <a:t>X2</a:t>
            </a:r>
            <a:r>
              <a:rPr lang="zh-TW" altLang="en-US" sz="1400" dirty="0">
                <a:latin typeface="+mn-ea"/>
              </a:rPr>
              <a:t>軸，此值單位為</a:t>
            </a:r>
            <a:r>
              <a:rPr lang="en-US" altLang="zh-TW" sz="1400" dirty="0">
                <a:latin typeface="+mn-ea"/>
              </a:rPr>
              <a:t>0.1mm</a:t>
            </a:r>
            <a:r>
              <a:rPr lang="zh-TW" altLang="en-US" sz="1400" dirty="0">
                <a:latin typeface="+mn-ea"/>
              </a:rPr>
              <a:t>也就是</a:t>
            </a:r>
            <a:r>
              <a:rPr lang="en-US" altLang="zh-TW" sz="1400" dirty="0">
                <a:latin typeface="+mn-ea"/>
              </a:rPr>
              <a:t>AX</a:t>
            </a:r>
            <a:r>
              <a:rPr lang="zh-TW" altLang="en-US" sz="1400" dirty="0">
                <a:latin typeface="+mn-ea"/>
              </a:rPr>
              <a:t>設定的</a:t>
            </a:r>
            <a:r>
              <a:rPr lang="en-US" altLang="zh-TW" sz="1400" dirty="0">
                <a:latin typeface="+mn-ea"/>
              </a:rPr>
              <a:t>unit</a:t>
            </a:r>
            <a:r>
              <a:rPr lang="zh-TW" altLang="en-US" sz="1400" dirty="0">
                <a:latin typeface="+mn-ea"/>
              </a:rPr>
              <a:t>單位</a:t>
            </a:r>
            <a:r>
              <a:rPr lang="en-US" altLang="zh-TW" sz="1400" dirty="0">
                <a:latin typeface="+mn-ea"/>
              </a:rPr>
              <a:t>(</a:t>
            </a:r>
            <a:r>
              <a:rPr lang="zh-TW" altLang="en-US" sz="1400" dirty="0">
                <a:latin typeface="+mn-ea"/>
              </a:rPr>
              <a:t>視覺已將浮點數乘以</a:t>
            </a:r>
            <a:r>
              <a:rPr lang="en-US" altLang="zh-TW" sz="1400" dirty="0">
                <a:latin typeface="+mn-ea"/>
              </a:rPr>
              <a:t>10</a:t>
            </a:r>
            <a:r>
              <a:rPr lang="zh-TW" altLang="en-US" sz="1400" dirty="0">
                <a:latin typeface="+mn-ea"/>
              </a:rPr>
              <a:t>轉為正整數丟入</a:t>
            </a:r>
            <a:r>
              <a:rPr lang="en-US" altLang="zh-TW" sz="1400" dirty="0">
                <a:latin typeface="+mn-ea"/>
              </a:rPr>
              <a:t>AX)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848C23F-9F17-515D-15A4-7EADF0DF89E0}"/>
              </a:ext>
            </a:extLst>
          </p:cNvPr>
          <p:cNvSpPr/>
          <p:nvPr/>
        </p:nvSpPr>
        <p:spPr>
          <a:xfrm>
            <a:off x="702720" y="5374371"/>
            <a:ext cx="955752" cy="6813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ysClr val="windowText" lastClr="000000"/>
                </a:solidFill>
                <a:latin typeface="+mn-ea"/>
              </a:rPr>
              <a:t>視覺點位</a:t>
            </a:r>
            <a:endParaRPr lang="en-US" altLang="zh-TW" sz="1400" dirty="0">
              <a:solidFill>
                <a:sysClr val="windowText" lastClr="000000"/>
              </a:solidFill>
              <a:latin typeface="+mn-ea"/>
            </a:endParaRPr>
          </a:p>
          <a:p>
            <a:pPr algn="ctr"/>
            <a:r>
              <a:rPr lang="en-US" altLang="zh-TW" sz="1400" dirty="0">
                <a:solidFill>
                  <a:sysClr val="windowText" lastClr="000000"/>
                </a:solidFill>
                <a:latin typeface="+mn-ea"/>
              </a:rPr>
              <a:t>(mm)</a:t>
            </a:r>
            <a:endParaRPr lang="zh-TW" altLang="en-US" sz="140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27D8D7C-3A97-8905-BB8F-3C52132F8EE8}"/>
              </a:ext>
            </a:extLst>
          </p:cNvPr>
          <p:cNvSpPr/>
          <p:nvPr/>
        </p:nvSpPr>
        <p:spPr>
          <a:xfrm>
            <a:off x="2152405" y="5374372"/>
            <a:ext cx="823810" cy="68131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ysClr val="windowText" lastClr="000000"/>
                </a:solidFill>
                <a:latin typeface="+mn-ea"/>
              </a:rPr>
              <a:t>AX</a:t>
            </a:r>
            <a:r>
              <a:rPr lang="zh-TW" altLang="en-US" sz="1400" dirty="0">
                <a:solidFill>
                  <a:sysClr val="windowText" lastClr="000000"/>
                </a:solidFill>
                <a:latin typeface="+mn-ea"/>
              </a:rPr>
              <a:t>點位</a:t>
            </a:r>
            <a:r>
              <a:rPr lang="en-US" altLang="zh-TW" sz="1400" dirty="0">
                <a:solidFill>
                  <a:sysClr val="windowText" lastClr="000000"/>
                </a:solidFill>
                <a:latin typeface="+mn-ea"/>
              </a:rPr>
              <a:t>(unit)</a:t>
            </a:r>
            <a:endParaRPr lang="zh-TW" altLang="en-US" sz="1400" dirty="0">
              <a:solidFill>
                <a:sysClr val="windowText" lastClr="000000"/>
              </a:solidFill>
              <a:latin typeface="+mn-ea"/>
            </a:endParaRPr>
          </a:p>
        </p:txBody>
      </p:sp>
      <p:cxnSp>
        <p:nvCxnSpPr>
          <p:cNvPr id="43" name="直線單箭頭接點 42">
            <a:extLst>
              <a:ext uri="{FF2B5EF4-FFF2-40B4-BE49-F238E27FC236}">
                <a16:creationId xmlns:a16="http://schemas.microsoft.com/office/drawing/2014/main" id="{DEE089BA-351B-AAA4-42AB-66F5E34D049C}"/>
              </a:ext>
            </a:extLst>
          </p:cNvPr>
          <p:cNvCxnSpPr>
            <a:cxnSpLocks/>
            <a:stCxn id="41" idx="3"/>
            <a:endCxn id="42" idx="1"/>
          </p:cNvCxnSpPr>
          <p:nvPr/>
        </p:nvCxnSpPr>
        <p:spPr>
          <a:xfrm>
            <a:off x="1658472" y="5715030"/>
            <a:ext cx="493933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932BFD57-215E-A52B-BDBB-725C7D84FD13}"/>
              </a:ext>
            </a:extLst>
          </p:cNvPr>
          <p:cNvSpPr txBox="1"/>
          <p:nvPr/>
        </p:nvSpPr>
        <p:spPr>
          <a:xfrm>
            <a:off x="1699249" y="5448651"/>
            <a:ext cx="412379" cy="246221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000" dirty="0">
                <a:latin typeface="+mn-ea"/>
              </a:rPr>
              <a:t>*</a:t>
            </a:r>
            <a:r>
              <a:rPr lang="en-US" altLang="zh-TW" sz="1000" dirty="0">
                <a:latin typeface="+mn-ea"/>
              </a:rPr>
              <a:t>10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6F5B4768-F17A-A047-010E-175D1DB921EF}"/>
              </a:ext>
            </a:extLst>
          </p:cNvPr>
          <p:cNvSpPr txBox="1"/>
          <p:nvPr/>
        </p:nvSpPr>
        <p:spPr>
          <a:xfrm>
            <a:off x="2002965" y="6106023"/>
            <a:ext cx="1122690" cy="246221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 err="1">
                <a:latin typeface="+mn-ea"/>
              </a:rPr>
              <a:t>PRG_CCD.aCCD</a:t>
            </a:r>
            <a:endParaRPr lang="en-US" altLang="zh-TW" sz="1000" dirty="0">
              <a:latin typeface="+mn-ea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97C81F5-1BA2-41F7-0B47-2032C8E58ED3}"/>
              </a:ext>
            </a:extLst>
          </p:cNvPr>
          <p:cNvSpPr/>
          <p:nvPr/>
        </p:nvSpPr>
        <p:spPr>
          <a:xfrm>
            <a:off x="499278" y="4641412"/>
            <a:ext cx="1362636" cy="3651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 err="1">
                <a:solidFill>
                  <a:schemeClr val="tx1"/>
                </a:solidFill>
                <a:latin typeface="+mn-ea"/>
              </a:rPr>
              <a:t>PRG_CCD.bCapture</a:t>
            </a:r>
            <a:endParaRPr lang="en-US" altLang="zh-TW" sz="1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TW" altLang="en-US" sz="1000" dirty="0">
                <a:solidFill>
                  <a:schemeClr val="tx1"/>
                </a:solidFill>
                <a:latin typeface="+mn-ea"/>
              </a:rPr>
              <a:t>觸發</a:t>
            </a:r>
            <a:endParaRPr lang="en-US" altLang="zh-TW" sz="10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53827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81FB4-9086-F472-270F-5812964C9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9FB15B-837D-00C4-84D4-8621998AB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</a:rPr>
              <a:t>控制器與</a:t>
            </a:r>
            <a:r>
              <a:rPr lang="en-US" altLang="zh-TW" b="1" dirty="0">
                <a:solidFill>
                  <a:schemeClr val="accent1">
                    <a:lumMod val="50000"/>
                  </a:schemeClr>
                </a:solidFill>
              </a:rPr>
              <a:t>HMI</a:t>
            </a:r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</a:rPr>
              <a:t>座標轉換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1A7A425-3126-FD9A-777A-269E4385C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1ED6-2F0F-48F9-9591-93C685731860}" type="datetime1">
              <a:rPr lang="zh-TW" altLang="en-US" smtClean="0"/>
              <a:t>2026/8/13</a:t>
            </a:fld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FB0E8E6-9DCF-D977-85C2-F89D16E28827}"/>
              </a:ext>
            </a:extLst>
          </p:cNvPr>
          <p:cNvSpPr txBox="1"/>
          <p:nvPr/>
        </p:nvSpPr>
        <p:spPr>
          <a:xfrm>
            <a:off x="355123" y="850854"/>
            <a:ext cx="23166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AX</a:t>
            </a:r>
            <a:r>
              <a:rPr lang="zh-TW" altLang="en-US" sz="16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座標轉換為</a:t>
            </a:r>
            <a:r>
              <a:rPr lang="en-US" altLang="zh-TW" sz="16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HMI</a:t>
            </a:r>
            <a:r>
              <a:rPr lang="zh-TW" altLang="en-US" sz="16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座標</a:t>
            </a:r>
            <a:r>
              <a:rPr lang="en-US" altLang="zh-TW" sz="16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:</a:t>
            </a:r>
            <a:endParaRPr lang="zh-TW" altLang="en-US" sz="1600" b="1" dirty="0">
              <a:solidFill>
                <a:schemeClr val="accent1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C9F9E9D-09A8-610C-20C2-17D6D0C621ED}"/>
              </a:ext>
            </a:extLst>
          </p:cNvPr>
          <p:cNvSpPr txBox="1"/>
          <p:nvPr/>
        </p:nvSpPr>
        <p:spPr>
          <a:xfrm>
            <a:off x="10547557" y="639289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回目錄</a:t>
            </a:r>
            <a:endParaRPr lang="zh-TW" altLang="en-US" sz="1200" b="1" dirty="0">
              <a:solidFill>
                <a:schemeClr val="accent1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6B7A854-6B82-145A-3179-A061EA552E2A}"/>
              </a:ext>
            </a:extLst>
          </p:cNvPr>
          <p:cNvSpPr txBox="1"/>
          <p:nvPr/>
        </p:nvSpPr>
        <p:spPr>
          <a:xfrm>
            <a:off x="792752" y="1264855"/>
            <a:ext cx="10606496" cy="3286028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latin typeface="+mn-ea"/>
              </a:rPr>
              <a:t>接著</a:t>
            </a:r>
            <a:r>
              <a:rPr lang="en-US" altLang="zh-TW" sz="1400" dirty="0">
                <a:latin typeface="+mn-ea"/>
              </a:rPr>
              <a:t>AX</a:t>
            </a:r>
            <a:r>
              <a:rPr lang="zh-TW" altLang="en-US" sz="1400" dirty="0">
                <a:latin typeface="+mn-ea"/>
              </a:rPr>
              <a:t>將</a:t>
            </a:r>
            <a:r>
              <a:rPr lang="en-US" altLang="zh-TW" sz="1400" dirty="0" err="1">
                <a:latin typeface="+mn-ea"/>
              </a:rPr>
              <a:t>PRG_CCD.aCCD</a:t>
            </a:r>
            <a:r>
              <a:rPr lang="zh-TW" altLang="en-US" sz="1400" dirty="0">
                <a:latin typeface="+mn-ea"/>
              </a:rPr>
              <a:t>座標</a:t>
            </a:r>
            <a:r>
              <a:rPr lang="en-US" altLang="zh-TW" sz="1400" dirty="0">
                <a:latin typeface="+mn-ea"/>
              </a:rPr>
              <a:t>(unit)</a:t>
            </a:r>
            <a:r>
              <a:rPr lang="zh-TW" altLang="en-US" sz="1400" dirty="0">
                <a:latin typeface="+mn-ea"/>
              </a:rPr>
              <a:t>依照人機的座標系</a:t>
            </a:r>
            <a:r>
              <a:rPr lang="en-US" altLang="zh-TW" sz="1400" dirty="0">
                <a:latin typeface="+mn-ea"/>
              </a:rPr>
              <a:t>(400,16)Pixel</a:t>
            </a:r>
            <a:r>
              <a:rPr lang="zh-TW" altLang="en-US" sz="1400" dirty="0">
                <a:latin typeface="+mn-ea"/>
              </a:rPr>
              <a:t>縮小</a:t>
            </a:r>
            <a:r>
              <a:rPr lang="en-US" altLang="zh-TW" sz="1400" dirty="0">
                <a:latin typeface="+mn-ea"/>
              </a:rPr>
              <a:t>5</a:t>
            </a:r>
            <a:r>
              <a:rPr lang="zh-TW" altLang="en-US" sz="1400" dirty="0">
                <a:latin typeface="+mn-ea"/>
              </a:rPr>
              <a:t>倍比例變為</a:t>
            </a:r>
            <a:r>
              <a:rPr lang="en-US" altLang="zh-TW" sz="1400" dirty="0">
                <a:latin typeface="+mn-ea"/>
              </a:rPr>
              <a:t>(pixel)</a:t>
            </a:r>
            <a:r>
              <a:rPr lang="zh-TW" altLang="en-US" sz="1400" dirty="0">
                <a:latin typeface="+mn-ea"/>
              </a:rPr>
              <a:t>並呈現在人機畫面上</a:t>
            </a:r>
            <a:endParaRPr lang="en-US" altLang="zh-TW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TW" sz="1400" dirty="0">
                <a:latin typeface="+mn-ea"/>
              </a:rPr>
              <a:t>X</a:t>
            </a:r>
            <a:r>
              <a:rPr lang="zh-TW" altLang="en-US" sz="1400" dirty="0">
                <a:latin typeface="+mn-ea"/>
              </a:rPr>
              <a:t>軸表示</a:t>
            </a:r>
            <a:r>
              <a:rPr lang="en-US" altLang="zh-TW" sz="1400" dirty="0" err="1">
                <a:latin typeface="+mn-ea"/>
              </a:rPr>
              <a:t>PRG_CCD.aCCD</a:t>
            </a:r>
            <a:r>
              <a:rPr lang="en-US" altLang="zh-TW" sz="1400" dirty="0">
                <a:latin typeface="+mn-ea"/>
              </a:rPr>
              <a:t>[14]..[43]</a:t>
            </a:r>
            <a:r>
              <a:rPr lang="zh-TW" altLang="en-US" sz="1400" dirty="0">
                <a:latin typeface="+mn-ea"/>
              </a:rPr>
              <a:t> 、</a:t>
            </a:r>
            <a:endParaRPr lang="en-US" altLang="zh-TW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TW" sz="1400" dirty="0">
                <a:latin typeface="+mn-ea"/>
              </a:rPr>
              <a:t>Y</a:t>
            </a:r>
            <a:r>
              <a:rPr lang="zh-TW" altLang="en-US" sz="1400" dirty="0">
                <a:latin typeface="+mn-ea"/>
              </a:rPr>
              <a:t>軸表示</a:t>
            </a:r>
            <a:r>
              <a:rPr lang="en-US" altLang="zh-TW" sz="1400" dirty="0" err="1">
                <a:latin typeface="+mn-ea"/>
              </a:rPr>
              <a:t>PRG_CCD.aCCD</a:t>
            </a:r>
            <a:r>
              <a:rPr lang="en-US" altLang="zh-TW" sz="1400" dirty="0">
                <a:latin typeface="+mn-ea"/>
              </a:rPr>
              <a:t>[44]..[73] </a:t>
            </a:r>
            <a:r>
              <a:rPr lang="zh-TW" altLang="en-US" sz="1400" dirty="0">
                <a:latin typeface="+mn-ea"/>
              </a:rPr>
              <a:t>、</a:t>
            </a:r>
            <a:endParaRPr lang="en-US" altLang="zh-TW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TW" sz="1400" dirty="0">
                <a:latin typeface="+mn-ea"/>
              </a:rPr>
              <a:t>X2</a:t>
            </a:r>
            <a:r>
              <a:rPr lang="zh-TW" altLang="en-US" sz="1400" dirty="0">
                <a:latin typeface="+mn-ea"/>
              </a:rPr>
              <a:t>軸表示</a:t>
            </a:r>
            <a:r>
              <a:rPr lang="en-US" altLang="zh-TW" sz="1400" dirty="0" err="1">
                <a:latin typeface="+mn-ea"/>
              </a:rPr>
              <a:t>PRG_CCD.aCCD</a:t>
            </a:r>
            <a:r>
              <a:rPr lang="en-US" altLang="zh-TW" sz="1400" dirty="0">
                <a:latin typeface="+mn-ea"/>
              </a:rPr>
              <a:t>[74]..[103]</a:t>
            </a:r>
          </a:p>
          <a:p>
            <a:pPr>
              <a:lnSpc>
                <a:spcPct val="150000"/>
              </a:lnSpc>
            </a:pPr>
            <a:endParaRPr lang="en-US" altLang="zh-TW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TW" sz="1400" dirty="0" err="1">
                <a:latin typeface="+mn-ea"/>
              </a:rPr>
              <a:t>GlobVar_Recipe.aRPointBuffer</a:t>
            </a:r>
            <a:r>
              <a:rPr lang="en-US" altLang="zh-TW" sz="1400" dirty="0">
                <a:latin typeface="+mn-ea"/>
              </a:rPr>
              <a:t>[14]..[43]:= </a:t>
            </a:r>
            <a:r>
              <a:rPr lang="en-US" altLang="zh-TW" sz="1400" dirty="0" err="1">
                <a:latin typeface="+mn-ea"/>
              </a:rPr>
              <a:t>GlobVar_Recipe.wCenter</a:t>
            </a:r>
            <a:r>
              <a:rPr lang="en-US" altLang="zh-TW" sz="1400" dirty="0">
                <a:latin typeface="+mn-ea"/>
              </a:rPr>
              <a:t>(400) - TO_WORD(X</a:t>
            </a:r>
            <a:r>
              <a:rPr lang="zh-TW" altLang="en-US" sz="1400" dirty="0">
                <a:latin typeface="+mn-ea"/>
              </a:rPr>
              <a:t>軸</a:t>
            </a:r>
            <a:r>
              <a:rPr lang="en-US" altLang="zh-TW" sz="1400" dirty="0">
                <a:latin typeface="+mn-ea"/>
              </a:rPr>
              <a:t>/ </a:t>
            </a:r>
            <a:r>
              <a:rPr lang="en-US" altLang="zh-TW" sz="1400" dirty="0" err="1">
                <a:latin typeface="+mn-ea"/>
              </a:rPr>
              <a:t>GlobVar_Constant.lrPixelXToP</a:t>
            </a:r>
            <a:r>
              <a:rPr lang="en-US" altLang="zh-TW" sz="1400" dirty="0">
                <a:latin typeface="+mn-ea"/>
              </a:rPr>
              <a:t>(5))</a:t>
            </a:r>
          </a:p>
          <a:p>
            <a:pPr>
              <a:lnSpc>
                <a:spcPct val="150000"/>
              </a:lnSpc>
            </a:pPr>
            <a:endParaRPr lang="en-US" altLang="zh-TW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TW" sz="1400" dirty="0" err="1">
                <a:latin typeface="+mn-ea"/>
              </a:rPr>
              <a:t>GlobVar_Recipe.aRPointBuffer</a:t>
            </a:r>
            <a:r>
              <a:rPr lang="en-US" altLang="zh-TW" sz="1400" dirty="0">
                <a:latin typeface="+mn-ea"/>
              </a:rPr>
              <a:t>[44]..[73]:= </a:t>
            </a:r>
            <a:r>
              <a:rPr lang="en-US" altLang="zh-TW" sz="1400" dirty="0" err="1">
                <a:latin typeface="+mn-ea"/>
              </a:rPr>
              <a:t>GlobVar_Recipe.wCenterY</a:t>
            </a:r>
            <a:r>
              <a:rPr lang="en-US" altLang="zh-TW" sz="1400" dirty="0">
                <a:latin typeface="+mn-ea"/>
              </a:rPr>
              <a:t>(16) + TO_WORD(Y</a:t>
            </a:r>
            <a:r>
              <a:rPr lang="zh-TW" altLang="en-US" sz="1400" dirty="0">
                <a:latin typeface="+mn-ea"/>
              </a:rPr>
              <a:t>軸</a:t>
            </a:r>
            <a:r>
              <a:rPr lang="en-US" altLang="zh-TW" sz="1400" dirty="0">
                <a:latin typeface="+mn-ea"/>
              </a:rPr>
              <a:t> / </a:t>
            </a:r>
            <a:r>
              <a:rPr lang="en-US" altLang="zh-TW" sz="1400" dirty="0" err="1">
                <a:latin typeface="+mn-ea"/>
              </a:rPr>
              <a:t>GlobVar_Constant.lrPixelYToP</a:t>
            </a:r>
            <a:r>
              <a:rPr lang="en-US" altLang="zh-TW" sz="1400" dirty="0">
                <a:latin typeface="+mn-ea"/>
              </a:rPr>
              <a:t>(5))</a:t>
            </a:r>
          </a:p>
          <a:p>
            <a:pPr>
              <a:lnSpc>
                <a:spcPct val="150000"/>
              </a:lnSpc>
            </a:pPr>
            <a:endParaRPr lang="en-US" altLang="zh-TW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TW" sz="1400" dirty="0" err="1">
                <a:latin typeface="+mn-ea"/>
              </a:rPr>
              <a:t>GlobVar_Recipe.aRPointBuffer</a:t>
            </a:r>
            <a:r>
              <a:rPr lang="en-US" altLang="zh-TW" sz="1400" dirty="0">
                <a:latin typeface="+mn-ea"/>
              </a:rPr>
              <a:t>[74]..[103]:= </a:t>
            </a:r>
            <a:r>
              <a:rPr lang="en-US" altLang="zh-TW" sz="1400" dirty="0" err="1">
                <a:latin typeface="+mn-ea"/>
              </a:rPr>
              <a:t>GlobVar_Recipe.wCenter</a:t>
            </a:r>
            <a:r>
              <a:rPr lang="en-US" altLang="zh-TW" sz="1400" dirty="0">
                <a:latin typeface="+mn-ea"/>
              </a:rPr>
              <a:t>(400) + TO_WORD(X2</a:t>
            </a:r>
            <a:r>
              <a:rPr lang="zh-TW" altLang="en-US" sz="1400" dirty="0">
                <a:latin typeface="+mn-ea"/>
              </a:rPr>
              <a:t>軸</a:t>
            </a:r>
            <a:r>
              <a:rPr lang="en-US" altLang="zh-TW" sz="1400" dirty="0">
                <a:latin typeface="+mn-ea"/>
              </a:rPr>
              <a:t>/ </a:t>
            </a:r>
            <a:r>
              <a:rPr lang="en-US" altLang="zh-TW" sz="1400" dirty="0" err="1">
                <a:latin typeface="+mn-ea"/>
              </a:rPr>
              <a:t>GlobVar_Constant.lrPixelXToP</a:t>
            </a:r>
            <a:r>
              <a:rPr lang="en-US" altLang="zh-TW" sz="1400" dirty="0">
                <a:latin typeface="+mn-ea"/>
              </a:rPr>
              <a:t>(5))</a:t>
            </a: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2C7E4E27-F8DC-2AF8-FD94-E7D349F444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85" t="10392" r="44431" b="35336"/>
          <a:stretch>
            <a:fillRect/>
          </a:stretch>
        </p:blipFill>
        <p:spPr>
          <a:xfrm>
            <a:off x="10447856" y="1332952"/>
            <a:ext cx="845733" cy="1478741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B65406C5-6976-851E-3E3D-1C0BFB6AE4E8}"/>
              </a:ext>
            </a:extLst>
          </p:cNvPr>
          <p:cNvSpPr/>
          <p:nvPr/>
        </p:nvSpPr>
        <p:spPr>
          <a:xfrm>
            <a:off x="702720" y="5374371"/>
            <a:ext cx="955752" cy="6813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ysClr val="windowText" lastClr="000000"/>
                </a:solidFill>
                <a:latin typeface="+mn-ea"/>
              </a:rPr>
              <a:t>視覺點位</a:t>
            </a:r>
            <a:endParaRPr lang="en-US" altLang="zh-TW" sz="1400" dirty="0">
              <a:solidFill>
                <a:sysClr val="windowText" lastClr="000000"/>
              </a:solidFill>
              <a:latin typeface="+mn-ea"/>
            </a:endParaRPr>
          </a:p>
          <a:p>
            <a:pPr algn="ctr"/>
            <a:r>
              <a:rPr lang="en-US" altLang="zh-TW" sz="1400" dirty="0">
                <a:solidFill>
                  <a:sysClr val="windowText" lastClr="000000"/>
                </a:solidFill>
                <a:latin typeface="+mn-ea"/>
              </a:rPr>
              <a:t>(mm)</a:t>
            </a:r>
            <a:endParaRPr lang="zh-TW" altLang="en-US" sz="140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02C639DA-0FB0-C706-0DAA-B1E891AAF927}"/>
              </a:ext>
            </a:extLst>
          </p:cNvPr>
          <p:cNvSpPr/>
          <p:nvPr/>
        </p:nvSpPr>
        <p:spPr>
          <a:xfrm>
            <a:off x="2152405" y="5374372"/>
            <a:ext cx="823810" cy="68131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ysClr val="windowText" lastClr="000000"/>
                </a:solidFill>
                <a:latin typeface="+mn-ea"/>
              </a:rPr>
              <a:t>AX</a:t>
            </a:r>
            <a:r>
              <a:rPr lang="zh-TW" altLang="en-US" sz="1400" dirty="0">
                <a:solidFill>
                  <a:sysClr val="windowText" lastClr="000000"/>
                </a:solidFill>
                <a:latin typeface="+mn-ea"/>
              </a:rPr>
              <a:t>點位</a:t>
            </a:r>
            <a:r>
              <a:rPr lang="en-US" altLang="zh-TW" sz="1400" dirty="0">
                <a:solidFill>
                  <a:sysClr val="windowText" lastClr="000000"/>
                </a:solidFill>
                <a:latin typeface="+mn-ea"/>
              </a:rPr>
              <a:t>(unit)</a:t>
            </a:r>
            <a:endParaRPr lang="zh-TW" altLang="en-US" sz="1400" dirty="0">
              <a:solidFill>
                <a:sysClr val="windowText" lastClr="000000"/>
              </a:solidFill>
              <a:latin typeface="+mn-ea"/>
            </a:endParaRPr>
          </a:p>
        </p:txBody>
      </p: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C039AF71-A76F-6E3F-94A6-2E3BA398F780}"/>
              </a:ext>
            </a:extLst>
          </p:cNvPr>
          <p:cNvCxnSpPr>
            <a:cxnSpLocks/>
            <a:stCxn id="51" idx="3"/>
            <a:endCxn id="52" idx="1"/>
          </p:cNvCxnSpPr>
          <p:nvPr/>
        </p:nvCxnSpPr>
        <p:spPr>
          <a:xfrm>
            <a:off x="1658472" y="5715030"/>
            <a:ext cx="493933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72DF426F-C45E-F7EF-F085-21D16856C8A7}"/>
              </a:ext>
            </a:extLst>
          </p:cNvPr>
          <p:cNvSpPr txBox="1"/>
          <p:nvPr/>
        </p:nvSpPr>
        <p:spPr>
          <a:xfrm>
            <a:off x="1699249" y="5448651"/>
            <a:ext cx="412379" cy="246221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000" dirty="0">
                <a:latin typeface="+mn-ea"/>
              </a:rPr>
              <a:t>*</a:t>
            </a:r>
            <a:r>
              <a:rPr lang="en-US" altLang="zh-TW" sz="1000" dirty="0">
                <a:latin typeface="+mn-ea"/>
              </a:rPr>
              <a:t>10</a:t>
            </a: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7F25FF39-6D4F-F82C-38C9-29E7D45C7AD6}"/>
              </a:ext>
            </a:extLst>
          </p:cNvPr>
          <p:cNvSpPr txBox="1"/>
          <p:nvPr/>
        </p:nvSpPr>
        <p:spPr>
          <a:xfrm>
            <a:off x="2002965" y="6106023"/>
            <a:ext cx="1122690" cy="246221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 err="1">
                <a:latin typeface="+mn-ea"/>
              </a:rPr>
              <a:t>PRG_CCD.aCCD</a:t>
            </a:r>
            <a:endParaRPr lang="en-US" altLang="zh-TW" sz="1000" dirty="0">
              <a:latin typeface="+mn-ea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E1059B01-2101-68F5-56AB-D048AC4C5D43}"/>
              </a:ext>
            </a:extLst>
          </p:cNvPr>
          <p:cNvSpPr/>
          <p:nvPr/>
        </p:nvSpPr>
        <p:spPr>
          <a:xfrm>
            <a:off x="3945125" y="5374372"/>
            <a:ext cx="887356" cy="68131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ysClr val="windowText" lastClr="000000"/>
                </a:solidFill>
                <a:latin typeface="+mn-ea"/>
              </a:rPr>
              <a:t>HMI</a:t>
            </a:r>
            <a:r>
              <a:rPr lang="zh-TW" altLang="en-US" sz="1400" dirty="0">
                <a:solidFill>
                  <a:sysClr val="windowText" lastClr="000000"/>
                </a:solidFill>
                <a:latin typeface="+mn-ea"/>
              </a:rPr>
              <a:t>點位</a:t>
            </a:r>
            <a:r>
              <a:rPr lang="en-US" altLang="zh-TW" sz="1400" dirty="0">
                <a:solidFill>
                  <a:sysClr val="windowText" lastClr="000000"/>
                </a:solidFill>
                <a:latin typeface="+mn-ea"/>
              </a:rPr>
              <a:t>(pixel)</a:t>
            </a:r>
            <a:endParaRPr lang="zh-TW" altLang="en-US" sz="1400" dirty="0">
              <a:solidFill>
                <a:sysClr val="windowText" lastClr="000000"/>
              </a:solidFill>
              <a:latin typeface="+mn-ea"/>
            </a:endParaRPr>
          </a:p>
        </p:txBody>
      </p:sp>
      <p:cxnSp>
        <p:nvCxnSpPr>
          <p:cNvPr id="57" name="直線單箭頭接點 56">
            <a:extLst>
              <a:ext uri="{FF2B5EF4-FFF2-40B4-BE49-F238E27FC236}">
                <a16:creationId xmlns:a16="http://schemas.microsoft.com/office/drawing/2014/main" id="{A653A068-AE0B-694B-6A8D-8FC17DCD20D7}"/>
              </a:ext>
            </a:extLst>
          </p:cNvPr>
          <p:cNvCxnSpPr>
            <a:cxnSpLocks/>
            <a:stCxn id="52" idx="3"/>
            <a:endCxn id="56" idx="1"/>
          </p:cNvCxnSpPr>
          <p:nvPr/>
        </p:nvCxnSpPr>
        <p:spPr>
          <a:xfrm>
            <a:off x="2976215" y="5715031"/>
            <a:ext cx="96891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1A578D66-4202-FD50-39AA-BAE36243CC23}"/>
              </a:ext>
            </a:extLst>
          </p:cNvPr>
          <p:cNvSpPr txBox="1"/>
          <p:nvPr/>
        </p:nvSpPr>
        <p:spPr>
          <a:xfrm>
            <a:off x="3016992" y="5081983"/>
            <a:ext cx="887356" cy="584775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>
                <a:latin typeface="+mn-ea"/>
              </a:rPr>
              <a:t>400-(X/5)</a:t>
            </a:r>
          </a:p>
          <a:p>
            <a:pPr algn="ctr"/>
            <a:r>
              <a:rPr lang="en-US" altLang="zh-TW" sz="1000" dirty="0">
                <a:latin typeface="+mn-ea"/>
              </a:rPr>
              <a:t>16+(Y/5)</a:t>
            </a:r>
          </a:p>
          <a:p>
            <a:pPr algn="ctr"/>
            <a:r>
              <a:rPr lang="en-US" altLang="zh-TW" sz="1000" dirty="0">
                <a:latin typeface="+mn-ea"/>
              </a:rPr>
              <a:t>400+(X2/5</a:t>
            </a:r>
            <a:r>
              <a:rPr lang="en-US" altLang="zh-TW" sz="1200" dirty="0">
                <a:latin typeface="+mn-ea"/>
              </a:rPr>
              <a:t>)</a:t>
            </a: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AEC11E15-2D74-594E-1D21-3BF3291CEC68}"/>
              </a:ext>
            </a:extLst>
          </p:cNvPr>
          <p:cNvSpPr txBox="1"/>
          <p:nvPr/>
        </p:nvSpPr>
        <p:spPr>
          <a:xfrm>
            <a:off x="3388553" y="6106204"/>
            <a:ext cx="2000499" cy="246221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 err="1">
                <a:latin typeface="+mn-ea"/>
              </a:rPr>
              <a:t>GlobVar_Recipe.aRPointBuffer</a:t>
            </a:r>
            <a:endParaRPr lang="en-US" altLang="zh-TW" sz="1000" dirty="0">
              <a:latin typeface="+mn-ea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7B07D1CC-8BE8-F4B6-1278-991BAF1B0BD0}"/>
              </a:ext>
            </a:extLst>
          </p:cNvPr>
          <p:cNvSpPr/>
          <p:nvPr/>
        </p:nvSpPr>
        <p:spPr>
          <a:xfrm>
            <a:off x="499278" y="4641412"/>
            <a:ext cx="1362636" cy="3651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 err="1">
                <a:solidFill>
                  <a:schemeClr val="tx1"/>
                </a:solidFill>
                <a:latin typeface="+mn-ea"/>
              </a:rPr>
              <a:t>PRG_CCD.bCapture</a:t>
            </a:r>
            <a:endParaRPr lang="en-US" altLang="zh-TW" sz="1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TW" altLang="en-US" sz="1000" dirty="0">
                <a:solidFill>
                  <a:schemeClr val="tx1"/>
                </a:solidFill>
                <a:latin typeface="+mn-ea"/>
              </a:rPr>
              <a:t>觸發</a:t>
            </a:r>
            <a:endParaRPr lang="en-US" altLang="zh-TW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3C8FE9EB-D780-B10F-8D45-354CCF63BBAA}"/>
              </a:ext>
            </a:extLst>
          </p:cNvPr>
          <p:cNvSpPr/>
          <p:nvPr/>
        </p:nvSpPr>
        <p:spPr>
          <a:xfrm>
            <a:off x="3469831" y="4641411"/>
            <a:ext cx="1837942" cy="365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 err="1">
                <a:solidFill>
                  <a:schemeClr val="tx1"/>
                </a:solidFill>
                <a:latin typeface="+mn-ea"/>
              </a:rPr>
              <a:t>PRG_Recipe.bPointRecipeR</a:t>
            </a:r>
            <a:r>
              <a:rPr lang="zh-TW" altLang="en-US" sz="1000" dirty="0">
                <a:solidFill>
                  <a:schemeClr val="tx1"/>
                </a:solidFill>
                <a:latin typeface="+mn-ea"/>
              </a:rPr>
              <a:t>觸發</a:t>
            </a:r>
            <a:endParaRPr lang="en-US" altLang="zh-TW" sz="10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42606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2014C-54B9-7DE3-8413-B6282A2D0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A546EA-1AFB-ED13-AC87-AD2892781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</a:rPr>
              <a:t>控制器與</a:t>
            </a:r>
            <a:r>
              <a:rPr lang="en-US" altLang="zh-TW" b="1" dirty="0">
                <a:solidFill>
                  <a:schemeClr val="accent1">
                    <a:lumMod val="50000"/>
                  </a:schemeClr>
                </a:solidFill>
              </a:rPr>
              <a:t>HMI</a:t>
            </a:r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</a:rPr>
              <a:t>座標轉換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9B236B-A5ED-387F-6BB1-AF8064494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1ED6-2F0F-48F9-9591-93C685731860}" type="datetime1">
              <a:rPr lang="zh-TW" altLang="en-US" smtClean="0"/>
              <a:t>2026/8/13</a:t>
            </a:fld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50F0945-6C3F-6010-899D-BF4BB5AAC980}"/>
              </a:ext>
            </a:extLst>
          </p:cNvPr>
          <p:cNvSpPr txBox="1"/>
          <p:nvPr/>
        </p:nvSpPr>
        <p:spPr>
          <a:xfrm>
            <a:off x="355123" y="850854"/>
            <a:ext cx="23166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HMI</a:t>
            </a:r>
            <a:r>
              <a:rPr lang="zh-TW" altLang="en-US" sz="16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座標轉換為</a:t>
            </a:r>
            <a:r>
              <a:rPr lang="en-US" altLang="zh-TW" sz="16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AX</a:t>
            </a:r>
            <a:r>
              <a:rPr lang="zh-TW" altLang="en-US" sz="16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座標</a:t>
            </a:r>
            <a:r>
              <a:rPr lang="en-US" altLang="zh-TW" sz="16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:</a:t>
            </a:r>
            <a:endParaRPr lang="zh-TW" altLang="en-US" sz="1600" b="1" dirty="0">
              <a:solidFill>
                <a:schemeClr val="accent1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2382207-912A-B6D3-68BA-51303169A63A}"/>
              </a:ext>
            </a:extLst>
          </p:cNvPr>
          <p:cNvSpPr txBox="1"/>
          <p:nvPr/>
        </p:nvSpPr>
        <p:spPr>
          <a:xfrm>
            <a:off x="10547557" y="639289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回目錄</a:t>
            </a:r>
            <a:endParaRPr lang="zh-TW" altLang="en-US" sz="1200" b="1" dirty="0">
              <a:solidFill>
                <a:schemeClr val="accent1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C1AC3A1-4C0A-AE91-9B69-E087C891550E}"/>
              </a:ext>
            </a:extLst>
          </p:cNvPr>
          <p:cNvSpPr txBox="1"/>
          <p:nvPr/>
        </p:nvSpPr>
        <p:spPr>
          <a:xfrm>
            <a:off x="792752" y="1231780"/>
            <a:ext cx="10606496" cy="3286028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latin typeface="+mn-ea"/>
              </a:rPr>
              <a:t>接著</a:t>
            </a:r>
            <a:r>
              <a:rPr lang="en-US" altLang="zh-TW" sz="1400" dirty="0">
                <a:latin typeface="+mn-ea"/>
              </a:rPr>
              <a:t>HMI</a:t>
            </a:r>
            <a:r>
              <a:rPr lang="zh-TW" altLang="en-US" sz="1400" dirty="0">
                <a:latin typeface="+mn-ea"/>
              </a:rPr>
              <a:t>上的像素點，若有進行單</a:t>
            </a:r>
            <a:r>
              <a:rPr lang="en-US" altLang="zh-TW" sz="1400" dirty="0">
                <a:latin typeface="+mn-ea"/>
              </a:rPr>
              <a:t>/</a:t>
            </a:r>
            <a:r>
              <a:rPr lang="zh-TW" altLang="en-US" sz="1400" dirty="0">
                <a:latin typeface="+mn-ea"/>
              </a:rPr>
              <a:t>多點偏移，則會再將</a:t>
            </a:r>
            <a:r>
              <a:rPr lang="en-US" altLang="zh-TW" sz="1400" dirty="0">
                <a:latin typeface="+mn-ea"/>
              </a:rPr>
              <a:t>HMI</a:t>
            </a:r>
            <a:r>
              <a:rPr lang="zh-TW" altLang="en-US" sz="1400" dirty="0">
                <a:latin typeface="+mn-ea"/>
              </a:rPr>
              <a:t>上的點位進行座標轉換回</a:t>
            </a:r>
            <a:r>
              <a:rPr lang="en-US" altLang="zh-TW" sz="1400" dirty="0">
                <a:latin typeface="+mn-ea"/>
              </a:rPr>
              <a:t>AX</a:t>
            </a:r>
            <a:r>
              <a:rPr lang="zh-TW" altLang="en-US" sz="1400" dirty="0">
                <a:latin typeface="+mn-ea"/>
              </a:rPr>
              <a:t>控制器</a:t>
            </a:r>
            <a:endParaRPr lang="en-US" altLang="zh-TW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TW" sz="1400" dirty="0">
                <a:latin typeface="+mn-ea"/>
              </a:rPr>
              <a:t>X</a:t>
            </a:r>
            <a:r>
              <a:rPr lang="zh-TW" altLang="en-US" sz="1400" dirty="0">
                <a:latin typeface="+mn-ea"/>
              </a:rPr>
              <a:t>軸表示</a:t>
            </a:r>
            <a:r>
              <a:rPr lang="en-US" altLang="zh-TW" sz="1400" dirty="0" err="1">
                <a:latin typeface="+mn-ea"/>
              </a:rPr>
              <a:t>GlobVar_Recipe.aRPointBuffer</a:t>
            </a:r>
            <a:r>
              <a:rPr lang="en-US" altLang="zh-TW" sz="1400" dirty="0">
                <a:latin typeface="+mn-ea"/>
              </a:rPr>
              <a:t>[14]..[43]</a:t>
            </a:r>
            <a:r>
              <a:rPr lang="zh-TW" altLang="en-US" sz="1400" dirty="0">
                <a:latin typeface="+mn-ea"/>
              </a:rPr>
              <a:t> 、</a:t>
            </a:r>
            <a:endParaRPr lang="en-US" altLang="zh-TW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TW" sz="1400" dirty="0">
                <a:latin typeface="+mn-ea"/>
              </a:rPr>
              <a:t>Y</a:t>
            </a:r>
            <a:r>
              <a:rPr lang="zh-TW" altLang="en-US" sz="1400" dirty="0">
                <a:latin typeface="+mn-ea"/>
              </a:rPr>
              <a:t>軸表示</a:t>
            </a:r>
            <a:r>
              <a:rPr lang="en-US" altLang="zh-TW" sz="1400" dirty="0" err="1">
                <a:latin typeface="+mn-ea"/>
              </a:rPr>
              <a:t>GlobVar_Recipe.aRPointBuffer</a:t>
            </a:r>
            <a:r>
              <a:rPr lang="en-US" altLang="zh-TW" sz="1400" dirty="0">
                <a:latin typeface="+mn-ea"/>
              </a:rPr>
              <a:t>[44]..[73] </a:t>
            </a:r>
            <a:r>
              <a:rPr lang="zh-TW" altLang="en-US" sz="1400" dirty="0">
                <a:latin typeface="+mn-ea"/>
              </a:rPr>
              <a:t>、</a:t>
            </a:r>
            <a:endParaRPr lang="en-US" altLang="zh-TW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TW" sz="1400" dirty="0">
                <a:latin typeface="+mn-ea"/>
              </a:rPr>
              <a:t>X2</a:t>
            </a:r>
            <a:r>
              <a:rPr lang="zh-TW" altLang="en-US" sz="1400" dirty="0">
                <a:latin typeface="+mn-ea"/>
              </a:rPr>
              <a:t>軸表示</a:t>
            </a:r>
            <a:r>
              <a:rPr lang="en-US" altLang="zh-TW" sz="1400" dirty="0" err="1">
                <a:latin typeface="+mn-ea"/>
              </a:rPr>
              <a:t>GlobVar_Recipe.aRPointBuffer</a:t>
            </a:r>
            <a:r>
              <a:rPr lang="en-US" altLang="zh-TW" sz="1400" dirty="0">
                <a:latin typeface="+mn-ea"/>
              </a:rPr>
              <a:t>[74]..[103]</a:t>
            </a:r>
          </a:p>
          <a:p>
            <a:pPr>
              <a:lnSpc>
                <a:spcPct val="150000"/>
              </a:lnSpc>
            </a:pPr>
            <a:endParaRPr lang="en-US" altLang="zh-TW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TW" sz="1400" dirty="0" err="1">
                <a:latin typeface="+mn-ea"/>
              </a:rPr>
              <a:t>PRG_Recipe.aScaMir</a:t>
            </a:r>
            <a:r>
              <a:rPr lang="en-US" altLang="zh-TW" sz="1400" dirty="0">
                <a:latin typeface="+mn-ea"/>
              </a:rPr>
              <a:t>[a][0]:= </a:t>
            </a:r>
            <a:r>
              <a:rPr lang="en-US" altLang="zh-TW" sz="1400" dirty="0" err="1">
                <a:latin typeface="+mn-ea"/>
              </a:rPr>
              <a:t>GlobVar_Recipe.wCenter</a:t>
            </a:r>
            <a:r>
              <a:rPr lang="en-US" altLang="zh-TW" sz="1400" dirty="0">
                <a:latin typeface="+mn-ea"/>
              </a:rPr>
              <a:t>(400) – TO_LREAL(X</a:t>
            </a:r>
            <a:r>
              <a:rPr lang="zh-TW" altLang="en-US" sz="1400" dirty="0">
                <a:latin typeface="+mn-ea"/>
              </a:rPr>
              <a:t>軸</a:t>
            </a:r>
            <a:r>
              <a:rPr lang="en-US" altLang="zh-TW" sz="1400" dirty="0">
                <a:latin typeface="+mn-ea"/>
              </a:rPr>
              <a:t>* </a:t>
            </a:r>
            <a:r>
              <a:rPr lang="en-US" altLang="zh-TW" sz="1400" dirty="0" err="1">
                <a:latin typeface="+mn-ea"/>
              </a:rPr>
              <a:t>GlobVar_Constant.lrPixelXToP</a:t>
            </a:r>
            <a:r>
              <a:rPr lang="en-US" altLang="zh-TW" sz="1400" dirty="0">
                <a:latin typeface="+mn-ea"/>
              </a:rPr>
              <a:t>(5))</a:t>
            </a:r>
          </a:p>
          <a:p>
            <a:pPr>
              <a:lnSpc>
                <a:spcPct val="150000"/>
              </a:lnSpc>
            </a:pPr>
            <a:endParaRPr lang="en-US" altLang="zh-TW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TW" sz="1400" dirty="0" err="1">
                <a:latin typeface="+mn-ea"/>
              </a:rPr>
              <a:t>PRG_Recipe.aScaMir</a:t>
            </a:r>
            <a:r>
              <a:rPr lang="en-US" altLang="zh-TW" sz="1400" dirty="0">
                <a:latin typeface="+mn-ea"/>
              </a:rPr>
              <a:t>[a][1]:= </a:t>
            </a:r>
            <a:r>
              <a:rPr lang="en-US" altLang="zh-TW" sz="1400" dirty="0" err="1">
                <a:latin typeface="+mn-ea"/>
              </a:rPr>
              <a:t>GlobVar_Recipe.wCenterY</a:t>
            </a:r>
            <a:r>
              <a:rPr lang="en-US" altLang="zh-TW" sz="1400" dirty="0">
                <a:latin typeface="+mn-ea"/>
              </a:rPr>
              <a:t>(16) + TO_LREAL(Y</a:t>
            </a:r>
            <a:r>
              <a:rPr lang="zh-TW" altLang="en-US" sz="1400" dirty="0">
                <a:latin typeface="+mn-ea"/>
              </a:rPr>
              <a:t>軸</a:t>
            </a:r>
            <a:r>
              <a:rPr lang="en-US" altLang="zh-TW" sz="1400" dirty="0">
                <a:latin typeface="+mn-ea"/>
              </a:rPr>
              <a:t> * </a:t>
            </a:r>
            <a:r>
              <a:rPr lang="en-US" altLang="zh-TW" sz="1400" dirty="0" err="1">
                <a:latin typeface="+mn-ea"/>
              </a:rPr>
              <a:t>GlobVar_Constant.lrPixelYToP</a:t>
            </a:r>
            <a:r>
              <a:rPr lang="en-US" altLang="zh-TW" sz="1400" dirty="0">
                <a:latin typeface="+mn-ea"/>
              </a:rPr>
              <a:t>(5))</a:t>
            </a:r>
          </a:p>
          <a:p>
            <a:pPr>
              <a:lnSpc>
                <a:spcPct val="150000"/>
              </a:lnSpc>
            </a:pPr>
            <a:endParaRPr lang="en-US" altLang="zh-TW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TW" sz="1400" dirty="0" err="1">
                <a:latin typeface="+mn-ea"/>
              </a:rPr>
              <a:t>PRG_Recipe.aScaMir</a:t>
            </a:r>
            <a:r>
              <a:rPr lang="en-US" altLang="zh-TW" sz="1400" dirty="0">
                <a:latin typeface="+mn-ea"/>
              </a:rPr>
              <a:t>[a][2]:= </a:t>
            </a:r>
            <a:r>
              <a:rPr lang="en-US" altLang="zh-TW" sz="1400" dirty="0" err="1">
                <a:latin typeface="+mn-ea"/>
              </a:rPr>
              <a:t>GlobVar_Recipe.wCenter</a:t>
            </a:r>
            <a:r>
              <a:rPr lang="en-US" altLang="zh-TW" sz="1400" dirty="0">
                <a:latin typeface="+mn-ea"/>
              </a:rPr>
              <a:t>(400) + TO_LREAL(X2</a:t>
            </a:r>
            <a:r>
              <a:rPr lang="zh-TW" altLang="en-US" sz="1400" dirty="0">
                <a:latin typeface="+mn-ea"/>
              </a:rPr>
              <a:t>軸</a:t>
            </a:r>
            <a:r>
              <a:rPr lang="en-US" altLang="zh-TW" sz="1400" dirty="0">
                <a:latin typeface="+mn-ea"/>
              </a:rPr>
              <a:t>* </a:t>
            </a:r>
            <a:r>
              <a:rPr lang="en-US" altLang="zh-TW" sz="1400" dirty="0" err="1">
                <a:latin typeface="+mn-ea"/>
              </a:rPr>
              <a:t>GlobVar_Constant.lrPixelXToP</a:t>
            </a:r>
            <a:r>
              <a:rPr lang="en-US" altLang="zh-TW" sz="1400" dirty="0">
                <a:latin typeface="+mn-ea"/>
              </a:rPr>
              <a:t>(5))</a:t>
            </a: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CE27701D-49BD-D954-91ED-5B797C878A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2" t="8016" r="19697" b="29297"/>
          <a:stretch>
            <a:fillRect/>
          </a:stretch>
        </p:blipFill>
        <p:spPr>
          <a:xfrm>
            <a:off x="8884894" y="1277799"/>
            <a:ext cx="2439169" cy="1596995"/>
          </a:xfrm>
          <a:prstGeom prst="rect">
            <a:avLst/>
          </a:prstGeom>
        </p:spPr>
      </p:pic>
      <p:sp>
        <p:nvSpPr>
          <p:cNvPr id="43" name="矩形 42">
            <a:extLst>
              <a:ext uri="{FF2B5EF4-FFF2-40B4-BE49-F238E27FC236}">
                <a16:creationId xmlns:a16="http://schemas.microsoft.com/office/drawing/2014/main" id="{33F29611-0B3B-50D8-AA73-4C3A55897F5C}"/>
              </a:ext>
            </a:extLst>
          </p:cNvPr>
          <p:cNvSpPr/>
          <p:nvPr/>
        </p:nvSpPr>
        <p:spPr>
          <a:xfrm>
            <a:off x="702720" y="5374371"/>
            <a:ext cx="955752" cy="6813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ysClr val="windowText" lastClr="000000"/>
                </a:solidFill>
                <a:latin typeface="+mn-ea"/>
              </a:rPr>
              <a:t>視覺點位</a:t>
            </a:r>
            <a:endParaRPr lang="en-US" altLang="zh-TW" sz="1400" dirty="0">
              <a:solidFill>
                <a:sysClr val="windowText" lastClr="000000"/>
              </a:solidFill>
              <a:latin typeface="+mn-ea"/>
            </a:endParaRPr>
          </a:p>
          <a:p>
            <a:pPr algn="ctr"/>
            <a:r>
              <a:rPr lang="en-US" altLang="zh-TW" sz="1400" dirty="0">
                <a:solidFill>
                  <a:sysClr val="windowText" lastClr="000000"/>
                </a:solidFill>
                <a:latin typeface="+mn-ea"/>
              </a:rPr>
              <a:t>(mm)</a:t>
            </a:r>
            <a:endParaRPr lang="zh-TW" altLang="en-US" sz="140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A686155-45BD-9D59-EFF4-6E121BE03F55}"/>
              </a:ext>
            </a:extLst>
          </p:cNvPr>
          <p:cNvSpPr/>
          <p:nvPr/>
        </p:nvSpPr>
        <p:spPr>
          <a:xfrm>
            <a:off x="2152405" y="5374372"/>
            <a:ext cx="823810" cy="68131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ysClr val="windowText" lastClr="000000"/>
                </a:solidFill>
                <a:latin typeface="+mn-ea"/>
              </a:rPr>
              <a:t>AX</a:t>
            </a:r>
            <a:r>
              <a:rPr lang="zh-TW" altLang="en-US" sz="1400" dirty="0">
                <a:solidFill>
                  <a:sysClr val="windowText" lastClr="000000"/>
                </a:solidFill>
                <a:latin typeface="+mn-ea"/>
              </a:rPr>
              <a:t>點位</a:t>
            </a:r>
            <a:r>
              <a:rPr lang="en-US" altLang="zh-TW" sz="1400" dirty="0">
                <a:solidFill>
                  <a:sysClr val="windowText" lastClr="000000"/>
                </a:solidFill>
                <a:latin typeface="+mn-ea"/>
              </a:rPr>
              <a:t>(unit)</a:t>
            </a:r>
            <a:endParaRPr lang="zh-TW" altLang="en-US" sz="1400" dirty="0">
              <a:solidFill>
                <a:sysClr val="windowText" lastClr="000000"/>
              </a:solidFill>
              <a:latin typeface="+mn-ea"/>
            </a:endParaRP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2EE83CB9-DFCD-F729-C74B-68F83082AA4A}"/>
              </a:ext>
            </a:extLst>
          </p:cNvPr>
          <p:cNvCxnSpPr>
            <a:cxnSpLocks/>
            <a:stCxn id="43" idx="3"/>
            <a:endCxn id="44" idx="1"/>
          </p:cNvCxnSpPr>
          <p:nvPr/>
        </p:nvCxnSpPr>
        <p:spPr>
          <a:xfrm>
            <a:off x="1658472" y="5715030"/>
            <a:ext cx="493933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8B7DA52C-A367-C148-2396-042EF0A5162B}"/>
              </a:ext>
            </a:extLst>
          </p:cNvPr>
          <p:cNvSpPr txBox="1"/>
          <p:nvPr/>
        </p:nvSpPr>
        <p:spPr>
          <a:xfrm>
            <a:off x="1699249" y="5448651"/>
            <a:ext cx="412379" cy="246221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000" dirty="0">
                <a:latin typeface="+mn-ea"/>
              </a:rPr>
              <a:t>*</a:t>
            </a:r>
            <a:r>
              <a:rPr lang="en-US" altLang="zh-TW" sz="1000" dirty="0">
                <a:latin typeface="+mn-ea"/>
              </a:rPr>
              <a:t>10</a:t>
            </a: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1ADD5897-F2EF-85C4-D14C-60554604D691}"/>
              </a:ext>
            </a:extLst>
          </p:cNvPr>
          <p:cNvSpPr txBox="1"/>
          <p:nvPr/>
        </p:nvSpPr>
        <p:spPr>
          <a:xfrm>
            <a:off x="2002965" y="6106023"/>
            <a:ext cx="1122690" cy="246221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 err="1">
                <a:latin typeface="+mn-ea"/>
              </a:rPr>
              <a:t>PRG_CCD.aCCD</a:t>
            </a:r>
            <a:endParaRPr lang="en-US" altLang="zh-TW" sz="1000" dirty="0">
              <a:latin typeface="+mn-ea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A1F3CBF-FDED-E24F-333C-6C5855333D43}"/>
              </a:ext>
            </a:extLst>
          </p:cNvPr>
          <p:cNvSpPr/>
          <p:nvPr/>
        </p:nvSpPr>
        <p:spPr>
          <a:xfrm>
            <a:off x="3945125" y="5374372"/>
            <a:ext cx="887356" cy="68131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ysClr val="windowText" lastClr="000000"/>
                </a:solidFill>
                <a:latin typeface="+mn-ea"/>
              </a:rPr>
              <a:t>HMI</a:t>
            </a:r>
            <a:r>
              <a:rPr lang="zh-TW" altLang="en-US" sz="1400" dirty="0">
                <a:solidFill>
                  <a:sysClr val="windowText" lastClr="000000"/>
                </a:solidFill>
                <a:latin typeface="+mn-ea"/>
              </a:rPr>
              <a:t>點位</a:t>
            </a:r>
            <a:r>
              <a:rPr lang="en-US" altLang="zh-TW" sz="1400" dirty="0">
                <a:solidFill>
                  <a:sysClr val="windowText" lastClr="000000"/>
                </a:solidFill>
                <a:latin typeface="+mn-ea"/>
              </a:rPr>
              <a:t>(pixel)</a:t>
            </a:r>
            <a:endParaRPr lang="zh-TW" altLang="en-US" sz="1400" dirty="0">
              <a:solidFill>
                <a:sysClr val="windowText" lastClr="000000"/>
              </a:solidFill>
              <a:latin typeface="+mn-ea"/>
            </a:endParaRPr>
          </a:p>
        </p:txBody>
      </p:sp>
      <p:cxnSp>
        <p:nvCxnSpPr>
          <p:cNvPr id="49" name="直線單箭頭接點 48">
            <a:extLst>
              <a:ext uri="{FF2B5EF4-FFF2-40B4-BE49-F238E27FC236}">
                <a16:creationId xmlns:a16="http://schemas.microsoft.com/office/drawing/2014/main" id="{CE020B72-6D14-2C55-C994-05B8E6B3DEE4}"/>
              </a:ext>
            </a:extLst>
          </p:cNvPr>
          <p:cNvCxnSpPr>
            <a:cxnSpLocks/>
            <a:stCxn id="44" idx="3"/>
            <a:endCxn id="48" idx="1"/>
          </p:cNvCxnSpPr>
          <p:nvPr/>
        </p:nvCxnSpPr>
        <p:spPr>
          <a:xfrm>
            <a:off x="2976215" y="5715031"/>
            <a:ext cx="96891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82D0A48B-F647-FD11-5E9A-3452317066E4}"/>
              </a:ext>
            </a:extLst>
          </p:cNvPr>
          <p:cNvSpPr txBox="1"/>
          <p:nvPr/>
        </p:nvSpPr>
        <p:spPr>
          <a:xfrm>
            <a:off x="3016992" y="5081983"/>
            <a:ext cx="887356" cy="584775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>
                <a:latin typeface="+mn-ea"/>
              </a:rPr>
              <a:t>400-(X/5)</a:t>
            </a:r>
          </a:p>
          <a:p>
            <a:pPr algn="ctr"/>
            <a:r>
              <a:rPr lang="en-US" altLang="zh-TW" sz="1000" dirty="0">
                <a:latin typeface="+mn-ea"/>
              </a:rPr>
              <a:t>16+(Y/5)</a:t>
            </a:r>
          </a:p>
          <a:p>
            <a:pPr algn="ctr"/>
            <a:r>
              <a:rPr lang="en-US" altLang="zh-TW" sz="1000" dirty="0">
                <a:latin typeface="+mn-ea"/>
              </a:rPr>
              <a:t>400+(X2/5</a:t>
            </a:r>
            <a:r>
              <a:rPr lang="en-US" altLang="zh-TW" sz="1200" dirty="0">
                <a:latin typeface="+mn-ea"/>
              </a:rPr>
              <a:t>)</a:t>
            </a: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37F21835-6580-C833-A9C1-16620F57910B}"/>
              </a:ext>
            </a:extLst>
          </p:cNvPr>
          <p:cNvSpPr txBox="1"/>
          <p:nvPr/>
        </p:nvSpPr>
        <p:spPr>
          <a:xfrm>
            <a:off x="3388553" y="6106204"/>
            <a:ext cx="2000499" cy="246221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 err="1">
                <a:latin typeface="+mn-ea"/>
              </a:rPr>
              <a:t>GlobVar_Recipe.aRPointBuffer</a:t>
            </a:r>
            <a:endParaRPr lang="en-US" altLang="zh-TW" sz="1000" dirty="0">
              <a:latin typeface="+mn-ea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24C5872-EBA2-04C4-BF51-6FEA5066C5E9}"/>
              </a:ext>
            </a:extLst>
          </p:cNvPr>
          <p:cNvSpPr/>
          <p:nvPr/>
        </p:nvSpPr>
        <p:spPr>
          <a:xfrm>
            <a:off x="499278" y="4641412"/>
            <a:ext cx="1362636" cy="3651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 err="1">
                <a:solidFill>
                  <a:schemeClr val="tx1"/>
                </a:solidFill>
                <a:latin typeface="+mn-ea"/>
              </a:rPr>
              <a:t>PRG_CCD.bCapture</a:t>
            </a:r>
            <a:endParaRPr lang="en-US" altLang="zh-TW" sz="1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TW" altLang="en-US" sz="1000" dirty="0">
                <a:solidFill>
                  <a:schemeClr val="tx1"/>
                </a:solidFill>
                <a:latin typeface="+mn-ea"/>
              </a:rPr>
              <a:t>觸發</a:t>
            </a:r>
            <a:endParaRPr lang="en-US" altLang="zh-TW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7539AB4-76B1-E6EC-1263-54CDE653C580}"/>
              </a:ext>
            </a:extLst>
          </p:cNvPr>
          <p:cNvSpPr/>
          <p:nvPr/>
        </p:nvSpPr>
        <p:spPr>
          <a:xfrm>
            <a:off x="5799917" y="5374372"/>
            <a:ext cx="887356" cy="68131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ysClr val="windowText" lastClr="000000"/>
                </a:solidFill>
                <a:latin typeface="+mn-ea"/>
              </a:rPr>
              <a:t>偏移</a:t>
            </a:r>
            <a:r>
              <a:rPr lang="en-US" altLang="zh-TW" sz="1400" dirty="0">
                <a:solidFill>
                  <a:sysClr val="windowText" lastClr="000000"/>
                </a:solidFill>
                <a:latin typeface="+mn-ea"/>
              </a:rPr>
              <a:t>(unit)</a:t>
            </a:r>
            <a:endParaRPr lang="zh-TW" altLang="en-US" sz="140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AED32777-FAE8-F658-1F33-3B0592004EFC}"/>
              </a:ext>
            </a:extLst>
          </p:cNvPr>
          <p:cNvSpPr txBox="1"/>
          <p:nvPr/>
        </p:nvSpPr>
        <p:spPr>
          <a:xfrm>
            <a:off x="5521501" y="6106023"/>
            <a:ext cx="1444188" cy="246221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 err="1">
                <a:latin typeface="+mn-ea"/>
              </a:rPr>
              <a:t>PRG_Recipe.aScaMir</a:t>
            </a:r>
            <a:endParaRPr lang="en-US" altLang="zh-TW" sz="1000" dirty="0">
              <a:latin typeface="+mn-ea"/>
            </a:endParaRPr>
          </a:p>
        </p:txBody>
      </p: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0EEFDE55-9DFE-3E65-D79E-4F9AA0C17C99}"/>
              </a:ext>
            </a:extLst>
          </p:cNvPr>
          <p:cNvCxnSpPr>
            <a:cxnSpLocks/>
            <a:stCxn id="48" idx="3"/>
            <a:endCxn id="53" idx="1"/>
          </p:cNvCxnSpPr>
          <p:nvPr/>
        </p:nvCxnSpPr>
        <p:spPr>
          <a:xfrm>
            <a:off x="4832481" y="5715031"/>
            <a:ext cx="96743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B421DDE6-88B2-D46C-E0FF-FF7282946460}"/>
              </a:ext>
            </a:extLst>
          </p:cNvPr>
          <p:cNvSpPr txBox="1"/>
          <p:nvPr/>
        </p:nvSpPr>
        <p:spPr>
          <a:xfrm>
            <a:off x="4871783" y="5081983"/>
            <a:ext cx="887356" cy="584775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>
                <a:latin typeface="+mn-ea"/>
              </a:rPr>
              <a:t>400-(X*5)</a:t>
            </a:r>
          </a:p>
          <a:p>
            <a:pPr algn="ctr"/>
            <a:r>
              <a:rPr lang="en-US" altLang="zh-TW" sz="1000" dirty="0">
                <a:latin typeface="+mn-ea"/>
              </a:rPr>
              <a:t>16+(Y*5)</a:t>
            </a:r>
          </a:p>
          <a:p>
            <a:pPr algn="ctr"/>
            <a:r>
              <a:rPr lang="en-US" altLang="zh-TW" sz="1000" dirty="0">
                <a:latin typeface="+mn-ea"/>
              </a:rPr>
              <a:t>400+(X2*5</a:t>
            </a:r>
            <a:r>
              <a:rPr lang="en-US" altLang="zh-TW" sz="1200" dirty="0">
                <a:latin typeface="+mn-ea"/>
              </a:rPr>
              <a:t>)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9AAA98BE-6D12-43A0-8FB6-0A05AB569140}"/>
              </a:ext>
            </a:extLst>
          </p:cNvPr>
          <p:cNvSpPr/>
          <p:nvPr/>
        </p:nvSpPr>
        <p:spPr>
          <a:xfrm>
            <a:off x="3469831" y="4641411"/>
            <a:ext cx="1837942" cy="365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 err="1">
                <a:solidFill>
                  <a:schemeClr val="tx1"/>
                </a:solidFill>
                <a:latin typeface="+mn-ea"/>
              </a:rPr>
              <a:t>PRG_Recipe.bPointRecipeR</a:t>
            </a:r>
            <a:r>
              <a:rPr lang="zh-TW" altLang="en-US" sz="1000" dirty="0">
                <a:solidFill>
                  <a:schemeClr val="tx1"/>
                </a:solidFill>
                <a:latin typeface="+mn-ea"/>
              </a:rPr>
              <a:t>觸發</a:t>
            </a:r>
            <a:endParaRPr lang="en-US" altLang="zh-TW" sz="10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54727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0B438-03C3-F99B-61AB-70F21DBF6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EAE5BE-A120-90BB-769B-A97B01A7C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</a:rPr>
              <a:t>控制器級放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B24CDF6-A00C-DECE-F98D-4CFA399B8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1ED6-2F0F-48F9-9591-93C685731860}" type="datetime1">
              <a:rPr lang="zh-TW" altLang="en-US" smtClean="0"/>
              <a:t>2026/8/13</a:t>
            </a:fld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FB02571-47EA-966E-444D-30B36A6822E4}"/>
              </a:ext>
            </a:extLst>
          </p:cNvPr>
          <p:cNvSpPr txBox="1"/>
          <p:nvPr/>
        </p:nvSpPr>
        <p:spPr>
          <a:xfrm>
            <a:off x="355123" y="850854"/>
            <a:ext cx="17251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AX</a:t>
            </a:r>
            <a:r>
              <a:rPr lang="zh-TW" altLang="en-US" sz="16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控制器級放值</a:t>
            </a:r>
            <a:r>
              <a:rPr lang="en-US" altLang="zh-TW" sz="16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:</a:t>
            </a:r>
            <a:endParaRPr lang="zh-TW" altLang="en-US" sz="1600" b="1" dirty="0">
              <a:solidFill>
                <a:schemeClr val="accent1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5CD7B0D-4D91-7AA8-9357-BE878224BEB9}"/>
              </a:ext>
            </a:extLst>
          </p:cNvPr>
          <p:cNvSpPr txBox="1"/>
          <p:nvPr/>
        </p:nvSpPr>
        <p:spPr>
          <a:xfrm>
            <a:off x="10547557" y="639289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回目錄</a:t>
            </a:r>
            <a:endParaRPr lang="zh-TW" altLang="en-US" sz="1200" b="1" dirty="0">
              <a:solidFill>
                <a:schemeClr val="accent1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3BB78AA-0366-4204-A2BB-94790B5252AC}"/>
              </a:ext>
            </a:extLst>
          </p:cNvPr>
          <p:cNvSpPr txBox="1"/>
          <p:nvPr/>
        </p:nvSpPr>
        <p:spPr>
          <a:xfrm>
            <a:off x="792752" y="1231744"/>
            <a:ext cx="10606496" cy="3285643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latin typeface="+mn-ea"/>
              </a:rPr>
              <a:t>再來會將標準鞋點位進行級放，級放後的數值單位為</a:t>
            </a:r>
            <a:r>
              <a:rPr lang="en-US" altLang="zh-TW" sz="1400" dirty="0">
                <a:latin typeface="+mn-ea"/>
              </a:rPr>
              <a:t>(unit)</a:t>
            </a:r>
          </a:p>
          <a:p>
            <a:pPr>
              <a:lnSpc>
                <a:spcPct val="150000"/>
              </a:lnSpc>
            </a:pPr>
            <a:r>
              <a:rPr lang="en-US" altLang="zh-TW" sz="1400" dirty="0">
                <a:latin typeface="+mn-ea"/>
              </a:rPr>
              <a:t>X</a:t>
            </a:r>
            <a:r>
              <a:rPr lang="zh-TW" altLang="en-US" sz="1400" dirty="0">
                <a:latin typeface="+mn-ea"/>
              </a:rPr>
              <a:t>軸表示</a:t>
            </a:r>
            <a:r>
              <a:rPr lang="en-US" altLang="zh-TW" sz="1400" dirty="0" err="1">
                <a:latin typeface="+mn-ea"/>
              </a:rPr>
              <a:t>PRG_Recipe.aScaMir</a:t>
            </a:r>
            <a:r>
              <a:rPr lang="en-US" altLang="zh-TW" sz="1400" dirty="0">
                <a:latin typeface="+mn-ea"/>
              </a:rPr>
              <a:t>[a][0]</a:t>
            </a:r>
            <a:r>
              <a:rPr lang="zh-TW" altLang="en-US" sz="1400" dirty="0">
                <a:latin typeface="+mn-ea"/>
              </a:rPr>
              <a:t>、</a:t>
            </a:r>
            <a:endParaRPr lang="en-US" altLang="zh-TW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TW" sz="1400" dirty="0">
                <a:latin typeface="+mn-ea"/>
              </a:rPr>
              <a:t>Y</a:t>
            </a:r>
            <a:r>
              <a:rPr lang="zh-TW" altLang="en-US" sz="1400" dirty="0">
                <a:latin typeface="+mn-ea"/>
              </a:rPr>
              <a:t>軸表示</a:t>
            </a:r>
            <a:r>
              <a:rPr lang="en-US" altLang="zh-TW" sz="1400" dirty="0" err="1">
                <a:latin typeface="+mn-ea"/>
              </a:rPr>
              <a:t>PRG_Recipe.aScaMir</a:t>
            </a:r>
            <a:r>
              <a:rPr lang="en-US" altLang="zh-TW" sz="1400" dirty="0">
                <a:latin typeface="+mn-ea"/>
              </a:rPr>
              <a:t>[a][1]</a:t>
            </a:r>
            <a:r>
              <a:rPr lang="zh-TW" altLang="en-US" sz="1400" dirty="0">
                <a:latin typeface="+mn-ea"/>
              </a:rPr>
              <a:t>、</a:t>
            </a:r>
            <a:endParaRPr lang="en-US" altLang="zh-TW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TW" sz="1400" dirty="0">
                <a:latin typeface="+mn-ea"/>
              </a:rPr>
              <a:t>X2</a:t>
            </a:r>
            <a:r>
              <a:rPr lang="zh-TW" altLang="en-US" sz="1400" dirty="0">
                <a:latin typeface="+mn-ea"/>
              </a:rPr>
              <a:t>軸表示</a:t>
            </a:r>
            <a:r>
              <a:rPr lang="en-US" altLang="zh-TW" sz="1400" dirty="0" err="1">
                <a:latin typeface="+mn-ea"/>
              </a:rPr>
              <a:t>PRG_Recipe.aScaMir</a:t>
            </a:r>
            <a:r>
              <a:rPr lang="en-US" altLang="zh-TW" sz="1400" dirty="0">
                <a:latin typeface="+mn-ea"/>
              </a:rPr>
              <a:t>[a][2]</a:t>
            </a:r>
          </a:p>
          <a:p>
            <a:pPr>
              <a:lnSpc>
                <a:spcPct val="150000"/>
              </a:lnSpc>
            </a:pPr>
            <a:endParaRPr lang="en-US" altLang="zh-TW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TW" sz="1400" dirty="0" err="1">
                <a:latin typeface="+mn-ea"/>
              </a:rPr>
              <a:t>PRG_Recipe.aPToInter</a:t>
            </a:r>
            <a:r>
              <a:rPr lang="en-US" altLang="zh-TW" sz="1400" dirty="0">
                <a:latin typeface="+mn-ea"/>
              </a:rPr>
              <a:t>[b][0]:= </a:t>
            </a:r>
            <a:r>
              <a:rPr lang="en-US" altLang="zh-TW" sz="1400" dirty="0"/>
              <a:t>X</a:t>
            </a:r>
            <a:r>
              <a:rPr lang="zh-TW" altLang="en-US" sz="1400" dirty="0"/>
              <a:t>軸 + (級放號數</a:t>
            </a:r>
            <a:r>
              <a:rPr lang="en-US" altLang="zh-TW" sz="1400" dirty="0"/>
              <a:t>-</a:t>
            </a:r>
            <a:r>
              <a:rPr lang="zh-TW" altLang="en-US" sz="1400" dirty="0"/>
              <a:t>標準號數) * 級放值)</a:t>
            </a:r>
            <a:endParaRPr lang="en-US" altLang="zh-TW" sz="1400" dirty="0"/>
          </a:p>
          <a:p>
            <a:pPr>
              <a:lnSpc>
                <a:spcPct val="150000"/>
              </a:lnSpc>
            </a:pPr>
            <a:endParaRPr lang="en-US" altLang="zh-TW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TW" sz="1400" dirty="0" err="1">
                <a:latin typeface="+mn-ea"/>
              </a:rPr>
              <a:t>PRG_Recipe.aPToInter</a:t>
            </a:r>
            <a:r>
              <a:rPr lang="en-US" altLang="zh-TW" sz="1400" dirty="0">
                <a:latin typeface="+mn-ea"/>
              </a:rPr>
              <a:t>[b][1]:= Y</a:t>
            </a:r>
            <a:r>
              <a:rPr lang="zh-TW" altLang="en-US" sz="1400" dirty="0"/>
              <a:t>軸 + (級放號數</a:t>
            </a:r>
            <a:r>
              <a:rPr lang="en-US" altLang="zh-TW" sz="1400" dirty="0"/>
              <a:t>-</a:t>
            </a:r>
            <a:r>
              <a:rPr lang="zh-TW" altLang="en-US" sz="1400" dirty="0"/>
              <a:t>標準號數) * 級放值)</a:t>
            </a:r>
            <a:endParaRPr lang="en-US" altLang="zh-TW" sz="1400" dirty="0"/>
          </a:p>
          <a:p>
            <a:pPr>
              <a:lnSpc>
                <a:spcPct val="150000"/>
              </a:lnSpc>
            </a:pPr>
            <a:endParaRPr lang="en-US" altLang="zh-TW" sz="1400" dirty="0"/>
          </a:p>
          <a:p>
            <a:pPr>
              <a:lnSpc>
                <a:spcPct val="150000"/>
              </a:lnSpc>
            </a:pPr>
            <a:r>
              <a:rPr lang="en-US" altLang="zh-TW" sz="1400" dirty="0" err="1">
                <a:latin typeface="+mn-ea"/>
              </a:rPr>
              <a:t>PRG_Recipe.aPToInter</a:t>
            </a:r>
            <a:r>
              <a:rPr lang="en-US" altLang="zh-TW" sz="1400" dirty="0">
                <a:latin typeface="+mn-ea"/>
              </a:rPr>
              <a:t>[b][2]:= </a:t>
            </a:r>
            <a:r>
              <a:rPr lang="en-US" altLang="zh-TW" sz="1400" dirty="0"/>
              <a:t>X2</a:t>
            </a:r>
            <a:r>
              <a:rPr lang="zh-TW" altLang="en-US" sz="1400" dirty="0"/>
              <a:t>軸 + (級放號數</a:t>
            </a:r>
            <a:r>
              <a:rPr lang="en-US" altLang="zh-TW" sz="1400" dirty="0"/>
              <a:t>-</a:t>
            </a:r>
            <a:r>
              <a:rPr lang="zh-TW" altLang="en-US" sz="1400" dirty="0"/>
              <a:t>標準號數) * 級放值)</a:t>
            </a:r>
            <a:endParaRPr lang="en-US" altLang="zh-TW" sz="1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4D5C02E-CDFD-7864-158B-CAB3728053AE}"/>
              </a:ext>
            </a:extLst>
          </p:cNvPr>
          <p:cNvSpPr/>
          <p:nvPr/>
        </p:nvSpPr>
        <p:spPr>
          <a:xfrm>
            <a:off x="702720" y="5374371"/>
            <a:ext cx="955752" cy="6813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ysClr val="windowText" lastClr="000000"/>
                </a:solidFill>
                <a:latin typeface="+mn-ea"/>
              </a:rPr>
              <a:t>視覺點位</a:t>
            </a:r>
            <a:endParaRPr lang="en-US" altLang="zh-TW" sz="1400" dirty="0">
              <a:solidFill>
                <a:sysClr val="windowText" lastClr="000000"/>
              </a:solidFill>
              <a:latin typeface="+mn-ea"/>
            </a:endParaRPr>
          </a:p>
          <a:p>
            <a:pPr algn="ctr"/>
            <a:r>
              <a:rPr lang="en-US" altLang="zh-TW" sz="1400" dirty="0">
                <a:solidFill>
                  <a:sysClr val="windowText" lastClr="000000"/>
                </a:solidFill>
                <a:latin typeface="+mn-ea"/>
              </a:rPr>
              <a:t>(mm)</a:t>
            </a:r>
            <a:endParaRPr lang="zh-TW" altLang="en-US" sz="140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4C54297-08DC-FEB7-BE2E-7A7CC0DD5FFB}"/>
              </a:ext>
            </a:extLst>
          </p:cNvPr>
          <p:cNvSpPr/>
          <p:nvPr/>
        </p:nvSpPr>
        <p:spPr>
          <a:xfrm>
            <a:off x="2152405" y="5374372"/>
            <a:ext cx="823810" cy="68131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ysClr val="windowText" lastClr="000000"/>
                </a:solidFill>
                <a:latin typeface="+mn-ea"/>
              </a:rPr>
              <a:t>AX</a:t>
            </a:r>
            <a:r>
              <a:rPr lang="zh-TW" altLang="en-US" sz="1400" dirty="0">
                <a:solidFill>
                  <a:sysClr val="windowText" lastClr="000000"/>
                </a:solidFill>
                <a:latin typeface="+mn-ea"/>
              </a:rPr>
              <a:t>點位</a:t>
            </a:r>
            <a:r>
              <a:rPr lang="en-US" altLang="zh-TW" sz="1400" dirty="0">
                <a:solidFill>
                  <a:sysClr val="windowText" lastClr="000000"/>
                </a:solidFill>
                <a:latin typeface="+mn-ea"/>
              </a:rPr>
              <a:t>(unit)</a:t>
            </a:r>
            <a:endParaRPr lang="zh-TW" altLang="en-US" sz="1400" dirty="0">
              <a:solidFill>
                <a:sysClr val="windowText" lastClr="000000"/>
              </a:solidFill>
              <a:latin typeface="+mn-ea"/>
            </a:endParaRP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11C344C1-67D9-2C3F-CC90-B9744C2F86EA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1658472" y="5715030"/>
            <a:ext cx="493933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C36238B-AA9E-9124-0F5E-BE3C98BD2CC9}"/>
              </a:ext>
            </a:extLst>
          </p:cNvPr>
          <p:cNvSpPr txBox="1"/>
          <p:nvPr/>
        </p:nvSpPr>
        <p:spPr>
          <a:xfrm>
            <a:off x="1699249" y="5448651"/>
            <a:ext cx="412379" cy="246221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000" dirty="0">
                <a:latin typeface="+mn-ea"/>
              </a:rPr>
              <a:t>*</a:t>
            </a:r>
            <a:r>
              <a:rPr lang="en-US" altLang="zh-TW" sz="1000" dirty="0">
                <a:latin typeface="+mn-ea"/>
              </a:rPr>
              <a:t>10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3121017-6CF6-2EAD-A1C6-EC05F6AA00C4}"/>
              </a:ext>
            </a:extLst>
          </p:cNvPr>
          <p:cNvSpPr txBox="1"/>
          <p:nvPr/>
        </p:nvSpPr>
        <p:spPr>
          <a:xfrm>
            <a:off x="2002965" y="6106023"/>
            <a:ext cx="1122690" cy="246221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 err="1">
                <a:latin typeface="+mn-ea"/>
              </a:rPr>
              <a:t>PRG_CCD.aCCD</a:t>
            </a:r>
            <a:endParaRPr lang="en-US" altLang="zh-TW" sz="1000" dirty="0">
              <a:latin typeface="+mn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6D20059-B4CA-E691-B25E-51644291D644}"/>
              </a:ext>
            </a:extLst>
          </p:cNvPr>
          <p:cNvSpPr/>
          <p:nvPr/>
        </p:nvSpPr>
        <p:spPr>
          <a:xfrm>
            <a:off x="3945125" y="5374372"/>
            <a:ext cx="887356" cy="68131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ysClr val="windowText" lastClr="000000"/>
                </a:solidFill>
                <a:latin typeface="+mn-ea"/>
              </a:rPr>
              <a:t>HMI</a:t>
            </a:r>
            <a:r>
              <a:rPr lang="zh-TW" altLang="en-US" sz="1400" dirty="0">
                <a:solidFill>
                  <a:sysClr val="windowText" lastClr="000000"/>
                </a:solidFill>
                <a:latin typeface="+mn-ea"/>
              </a:rPr>
              <a:t>點位</a:t>
            </a:r>
            <a:r>
              <a:rPr lang="en-US" altLang="zh-TW" sz="1400" dirty="0">
                <a:solidFill>
                  <a:sysClr val="windowText" lastClr="000000"/>
                </a:solidFill>
                <a:latin typeface="+mn-ea"/>
              </a:rPr>
              <a:t>(pixel)</a:t>
            </a:r>
            <a:endParaRPr lang="zh-TW" altLang="en-US" sz="1400" dirty="0">
              <a:solidFill>
                <a:sysClr val="windowText" lastClr="000000"/>
              </a:solidFill>
              <a:latin typeface="+mn-ea"/>
            </a:endParaRP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190F4B93-91D4-5629-BA09-3E779A502EC7}"/>
              </a:ext>
            </a:extLst>
          </p:cNvPr>
          <p:cNvCxnSpPr>
            <a:cxnSpLocks/>
            <a:stCxn id="7" idx="3"/>
            <a:endCxn id="15" idx="1"/>
          </p:cNvCxnSpPr>
          <p:nvPr/>
        </p:nvCxnSpPr>
        <p:spPr>
          <a:xfrm>
            <a:off x="2976215" y="5715031"/>
            <a:ext cx="96891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4CA5A300-1EDF-3D15-55B7-BD5433741A94}"/>
              </a:ext>
            </a:extLst>
          </p:cNvPr>
          <p:cNvSpPr txBox="1"/>
          <p:nvPr/>
        </p:nvSpPr>
        <p:spPr>
          <a:xfrm>
            <a:off x="3016992" y="5081983"/>
            <a:ext cx="887356" cy="584775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>
                <a:latin typeface="+mn-ea"/>
              </a:rPr>
              <a:t>400-(X/5)</a:t>
            </a:r>
          </a:p>
          <a:p>
            <a:pPr algn="ctr"/>
            <a:r>
              <a:rPr lang="en-US" altLang="zh-TW" sz="1000" dirty="0">
                <a:latin typeface="+mn-ea"/>
              </a:rPr>
              <a:t>16+(Y/5)</a:t>
            </a:r>
          </a:p>
          <a:p>
            <a:pPr algn="ctr"/>
            <a:r>
              <a:rPr lang="en-US" altLang="zh-TW" sz="1000" dirty="0">
                <a:latin typeface="+mn-ea"/>
              </a:rPr>
              <a:t>400+(X2/5</a:t>
            </a:r>
            <a:r>
              <a:rPr lang="en-US" altLang="zh-TW" sz="1200" dirty="0">
                <a:latin typeface="+mn-ea"/>
              </a:rPr>
              <a:t>)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802CFD5-2A0C-856B-D7BF-F5732D7B0A3F}"/>
              </a:ext>
            </a:extLst>
          </p:cNvPr>
          <p:cNvSpPr txBox="1"/>
          <p:nvPr/>
        </p:nvSpPr>
        <p:spPr>
          <a:xfrm>
            <a:off x="3388553" y="6106204"/>
            <a:ext cx="2000499" cy="246221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 err="1">
                <a:latin typeface="+mn-ea"/>
              </a:rPr>
              <a:t>GlobVar_Recipe.aRPointBuffer</a:t>
            </a:r>
            <a:endParaRPr lang="en-US" altLang="zh-TW" sz="1000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9128644-273E-095D-B487-30D55AAC668A}"/>
              </a:ext>
            </a:extLst>
          </p:cNvPr>
          <p:cNvSpPr/>
          <p:nvPr/>
        </p:nvSpPr>
        <p:spPr>
          <a:xfrm>
            <a:off x="499278" y="4641412"/>
            <a:ext cx="1362636" cy="3651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 err="1">
                <a:solidFill>
                  <a:schemeClr val="tx1"/>
                </a:solidFill>
                <a:latin typeface="+mn-ea"/>
              </a:rPr>
              <a:t>PRG_CCD.bCapture</a:t>
            </a:r>
            <a:endParaRPr lang="en-US" altLang="zh-TW" sz="1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TW" altLang="en-US" sz="1000" dirty="0">
                <a:solidFill>
                  <a:schemeClr val="tx1"/>
                </a:solidFill>
                <a:latin typeface="+mn-ea"/>
              </a:rPr>
              <a:t>觸發</a:t>
            </a:r>
            <a:endParaRPr lang="en-US" altLang="zh-TW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C9CE1E3-7E21-6ECD-FB42-B27697424C0D}"/>
              </a:ext>
            </a:extLst>
          </p:cNvPr>
          <p:cNvSpPr/>
          <p:nvPr/>
        </p:nvSpPr>
        <p:spPr>
          <a:xfrm>
            <a:off x="5799917" y="5374372"/>
            <a:ext cx="887356" cy="68131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ysClr val="windowText" lastClr="000000"/>
                </a:solidFill>
                <a:latin typeface="+mn-ea"/>
              </a:rPr>
              <a:t>偏移</a:t>
            </a:r>
            <a:r>
              <a:rPr lang="en-US" altLang="zh-TW" sz="1400" dirty="0">
                <a:solidFill>
                  <a:sysClr val="windowText" lastClr="000000"/>
                </a:solidFill>
                <a:latin typeface="+mn-ea"/>
              </a:rPr>
              <a:t>(unit)</a:t>
            </a:r>
            <a:endParaRPr lang="zh-TW" altLang="en-US" sz="140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1D7D2402-8532-ECE2-E4EB-9CB3F27B552D}"/>
              </a:ext>
            </a:extLst>
          </p:cNvPr>
          <p:cNvSpPr txBox="1"/>
          <p:nvPr/>
        </p:nvSpPr>
        <p:spPr>
          <a:xfrm>
            <a:off x="5521501" y="6106023"/>
            <a:ext cx="1444188" cy="246221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 err="1">
                <a:latin typeface="+mn-ea"/>
              </a:rPr>
              <a:t>PRG_Recipe.aScaMir</a:t>
            </a:r>
            <a:endParaRPr lang="en-US" altLang="zh-TW" sz="1000" dirty="0">
              <a:latin typeface="+mn-ea"/>
            </a:endParaRPr>
          </a:p>
        </p:txBody>
      </p: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7C468F89-7294-26DE-2B3A-07E14B577E29}"/>
              </a:ext>
            </a:extLst>
          </p:cNvPr>
          <p:cNvCxnSpPr>
            <a:cxnSpLocks/>
            <a:stCxn id="15" idx="3"/>
            <a:endCxn id="23" idx="1"/>
          </p:cNvCxnSpPr>
          <p:nvPr/>
        </p:nvCxnSpPr>
        <p:spPr>
          <a:xfrm>
            <a:off x="4832481" y="5715031"/>
            <a:ext cx="96743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107C68BB-2DF0-6616-1719-797301F5F232}"/>
              </a:ext>
            </a:extLst>
          </p:cNvPr>
          <p:cNvSpPr txBox="1"/>
          <p:nvPr/>
        </p:nvSpPr>
        <p:spPr>
          <a:xfrm>
            <a:off x="4871783" y="5081983"/>
            <a:ext cx="887356" cy="584775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>
                <a:latin typeface="+mn-ea"/>
              </a:rPr>
              <a:t>400-(X*5)</a:t>
            </a:r>
          </a:p>
          <a:p>
            <a:pPr algn="ctr"/>
            <a:r>
              <a:rPr lang="en-US" altLang="zh-TW" sz="1000" dirty="0">
                <a:latin typeface="+mn-ea"/>
              </a:rPr>
              <a:t>16+(Y*5)</a:t>
            </a:r>
          </a:p>
          <a:p>
            <a:pPr algn="ctr"/>
            <a:r>
              <a:rPr lang="en-US" altLang="zh-TW" sz="1000" dirty="0">
                <a:latin typeface="+mn-ea"/>
              </a:rPr>
              <a:t>400+(X2*5</a:t>
            </a:r>
            <a:r>
              <a:rPr lang="en-US" altLang="zh-TW" sz="1200" dirty="0">
                <a:latin typeface="+mn-ea"/>
              </a:rPr>
              <a:t>)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8D64F74-9303-D992-6C0F-2877B52DA54A}"/>
              </a:ext>
            </a:extLst>
          </p:cNvPr>
          <p:cNvSpPr/>
          <p:nvPr/>
        </p:nvSpPr>
        <p:spPr>
          <a:xfrm>
            <a:off x="7863364" y="5374370"/>
            <a:ext cx="759771" cy="68131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ysClr val="windowText" lastClr="000000"/>
                </a:solidFill>
                <a:latin typeface="+mn-ea"/>
              </a:rPr>
              <a:t>級放</a:t>
            </a:r>
            <a:endParaRPr lang="en-US" altLang="zh-TW" sz="1400" dirty="0">
              <a:solidFill>
                <a:sysClr val="windowText" lastClr="000000"/>
              </a:solidFill>
              <a:latin typeface="+mn-ea"/>
            </a:endParaRPr>
          </a:p>
          <a:p>
            <a:pPr algn="ctr"/>
            <a:r>
              <a:rPr lang="en-US" altLang="zh-TW" sz="1400" dirty="0">
                <a:solidFill>
                  <a:sysClr val="windowText" lastClr="000000"/>
                </a:solidFill>
                <a:latin typeface="+mn-ea"/>
              </a:rPr>
              <a:t>(unit)</a:t>
            </a:r>
            <a:endParaRPr lang="zh-TW" altLang="en-US" sz="140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F6BCE76-6AA0-0B5E-3359-6980FF5627E4}"/>
              </a:ext>
            </a:extLst>
          </p:cNvPr>
          <p:cNvSpPr/>
          <p:nvPr/>
        </p:nvSpPr>
        <p:spPr>
          <a:xfrm>
            <a:off x="3469831" y="4641411"/>
            <a:ext cx="1837942" cy="365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 err="1">
                <a:solidFill>
                  <a:schemeClr val="tx1"/>
                </a:solidFill>
                <a:latin typeface="+mn-ea"/>
              </a:rPr>
              <a:t>PRG_Recipe.bPointRecipeR</a:t>
            </a:r>
            <a:r>
              <a:rPr lang="zh-TW" altLang="en-US" sz="1000" dirty="0">
                <a:solidFill>
                  <a:schemeClr val="tx1"/>
                </a:solidFill>
                <a:latin typeface="+mn-ea"/>
              </a:rPr>
              <a:t>觸發</a:t>
            </a:r>
            <a:endParaRPr lang="en-US" altLang="zh-TW" sz="10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0DC3C508-A06D-31DF-0758-DDF1AFA0742B}"/>
              </a:ext>
            </a:extLst>
          </p:cNvPr>
          <p:cNvCxnSpPr>
            <a:cxnSpLocks/>
            <a:stCxn id="23" idx="3"/>
            <a:endCxn id="13" idx="1"/>
          </p:cNvCxnSpPr>
          <p:nvPr/>
        </p:nvCxnSpPr>
        <p:spPr>
          <a:xfrm flipV="1">
            <a:off x="6687273" y="5715029"/>
            <a:ext cx="1176091" cy="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DA4C3D92-FD6E-AF61-ACC7-4F3BF930D279}"/>
              </a:ext>
            </a:extLst>
          </p:cNvPr>
          <p:cNvSpPr txBox="1"/>
          <p:nvPr/>
        </p:nvSpPr>
        <p:spPr>
          <a:xfrm>
            <a:off x="6726574" y="5272547"/>
            <a:ext cx="1097489" cy="400110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>
                <a:latin typeface="+mn-ea"/>
              </a:rPr>
              <a:t>+(</a:t>
            </a:r>
            <a:r>
              <a:rPr lang="zh-TW" altLang="en-US" sz="1000" dirty="0">
                <a:latin typeface="+mn-ea"/>
              </a:rPr>
              <a:t>級放號數</a:t>
            </a:r>
            <a:r>
              <a:rPr lang="en-US" altLang="zh-TW" sz="1000" dirty="0">
                <a:latin typeface="+mn-ea"/>
              </a:rPr>
              <a:t>-</a:t>
            </a:r>
            <a:r>
              <a:rPr lang="zh-TW" altLang="en-US" sz="1000" dirty="0">
                <a:latin typeface="+mn-ea"/>
              </a:rPr>
              <a:t>標準號數</a:t>
            </a:r>
            <a:r>
              <a:rPr lang="en-US" altLang="zh-TW" sz="1000" dirty="0">
                <a:latin typeface="+mn-ea"/>
              </a:rPr>
              <a:t>)</a:t>
            </a:r>
            <a:r>
              <a:rPr lang="zh-TW" altLang="en-US" sz="1000" dirty="0">
                <a:latin typeface="+mn-ea"/>
              </a:rPr>
              <a:t>*級放值</a:t>
            </a:r>
            <a:endParaRPr lang="en-US" altLang="zh-TW" sz="1200" dirty="0">
              <a:latin typeface="+mn-ea"/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AC10E5A0-C9AA-157F-BACE-5D531371C1CE}"/>
              </a:ext>
            </a:extLst>
          </p:cNvPr>
          <p:cNvSpPr txBox="1"/>
          <p:nvPr/>
        </p:nvSpPr>
        <p:spPr>
          <a:xfrm>
            <a:off x="7470653" y="6098059"/>
            <a:ext cx="1545192" cy="246221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 err="1">
                <a:latin typeface="+mn-ea"/>
              </a:rPr>
              <a:t>PRG_Recipe.aPToInter</a:t>
            </a:r>
            <a:endParaRPr lang="en-US" altLang="zh-TW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67514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77FE4-D0D6-3007-53C7-B6EB381DC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D9526F-50C2-DFBD-E9CC-C97848136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</a:rPr>
              <a:t>偏移至擦膠點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6370B7F-A378-D145-991F-31462EB2C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1ED6-2F0F-48F9-9591-93C685731860}" type="datetime1">
              <a:rPr lang="zh-TW" altLang="en-US" smtClean="0"/>
              <a:t>2026/8/13</a:t>
            </a:fld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CFF120C-57F7-7EB3-FF1E-3BF71AE616E8}"/>
              </a:ext>
            </a:extLst>
          </p:cNvPr>
          <p:cNvSpPr txBox="1"/>
          <p:nvPr/>
        </p:nvSpPr>
        <p:spPr>
          <a:xfrm>
            <a:off x="355123" y="850854"/>
            <a:ext cx="27510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AX</a:t>
            </a:r>
            <a:r>
              <a:rPr lang="zh-TW" altLang="en-US" sz="16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控制器點位偏移至擦膠點</a:t>
            </a:r>
            <a:r>
              <a:rPr lang="en-US" altLang="zh-TW" sz="16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:</a:t>
            </a:r>
            <a:endParaRPr lang="zh-TW" altLang="en-US" sz="1600" b="1" dirty="0">
              <a:solidFill>
                <a:schemeClr val="accent1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31F2FE4-EE8F-4FCD-91C6-ED65D061BDB4}"/>
              </a:ext>
            </a:extLst>
          </p:cNvPr>
          <p:cNvSpPr txBox="1"/>
          <p:nvPr/>
        </p:nvSpPr>
        <p:spPr>
          <a:xfrm>
            <a:off x="10547557" y="639289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回目錄</a:t>
            </a:r>
            <a:endParaRPr lang="zh-TW" altLang="en-US" sz="1200" b="1" dirty="0">
              <a:solidFill>
                <a:schemeClr val="accent1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1619CE4-2012-B7E7-3AD2-F89C02A38CD6}"/>
              </a:ext>
            </a:extLst>
          </p:cNvPr>
          <p:cNvSpPr txBox="1"/>
          <p:nvPr/>
        </p:nvSpPr>
        <p:spPr>
          <a:xfrm>
            <a:off x="792752" y="1231744"/>
            <a:ext cx="10606496" cy="3285643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latin typeface="+mn-ea"/>
              </a:rPr>
              <a:t>接著會將級放後的數值偏移至客戶設定的擦膠起始點</a:t>
            </a:r>
            <a:r>
              <a:rPr lang="en-US" altLang="zh-TW" sz="1400" dirty="0">
                <a:latin typeface="+mn-ea"/>
              </a:rPr>
              <a:t>(unit)</a:t>
            </a:r>
          </a:p>
          <a:p>
            <a:pPr>
              <a:lnSpc>
                <a:spcPct val="150000"/>
              </a:lnSpc>
            </a:pPr>
            <a:r>
              <a:rPr lang="en-US" altLang="zh-TW" sz="1400" dirty="0">
                <a:latin typeface="+mn-ea"/>
              </a:rPr>
              <a:t>X</a:t>
            </a:r>
            <a:r>
              <a:rPr lang="zh-TW" altLang="en-US" sz="1400" dirty="0">
                <a:latin typeface="+mn-ea"/>
              </a:rPr>
              <a:t>軸表示</a:t>
            </a:r>
            <a:r>
              <a:rPr lang="en-US" altLang="zh-TW" sz="1400" dirty="0" err="1">
                <a:latin typeface="+mn-ea"/>
              </a:rPr>
              <a:t>PRG_Recipe.aPToInter</a:t>
            </a:r>
            <a:r>
              <a:rPr lang="en-US" altLang="zh-TW" sz="1400" dirty="0">
                <a:latin typeface="+mn-ea"/>
              </a:rPr>
              <a:t>[b,0]</a:t>
            </a:r>
            <a:r>
              <a:rPr lang="zh-TW" altLang="en-US" sz="1400" dirty="0">
                <a:latin typeface="+mn-ea"/>
              </a:rPr>
              <a:t>、</a:t>
            </a:r>
            <a:endParaRPr lang="en-US" altLang="zh-TW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TW" sz="1400" dirty="0">
                <a:latin typeface="+mn-ea"/>
              </a:rPr>
              <a:t>Y</a:t>
            </a:r>
            <a:r>
              <a:rPr lang="zh-TW" altLang="en-US" sz="1400" dirty="0">
                <a:latin typeface="+mn-ea"/>
              </a:rPr>
              <a:t>軸表示</a:t>
            </a:r>
            <a:r>
              <a:rPr lang="en-US" altLang="zh-TW" sz="1400" dirty="0" err="1">
                <a:latin typeface="+mn-ea"/>
              </a:rPr>
              <a:t>PRG_Recipe.aPToInter</a:t>
            </a:r>
            <a:r>
              <a:rPr lang="en-US" altLang="zh-TW" sz="1400" dirty="0">
                <a:latin typeface="+mn-ea"/>
              </a:rPr>
              <a:t>[b,1]</a:t>
            </a:r>
            <a:r>
              <a:rPr lang="zh-TW" altLang="en-US" sz="1400" dirty="0">
                <a:latin typeface="+mn-ea"/>
              </a:rPr>
              <a:t>、</a:t>
            </a:r>
            <a:endParaRPr lang="en-US" altLang="zh-TW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TW" sz="1400" dirty="0">
                <a:latin typeface="+mn-ea"/>
              </a:rPr>
              <a:t>X2</a:t>
            </a:r>
            <a:r>
              <a:rPr lang="zh-TW" altLang="en-US" sz="1400" dirty="0">
                <a:latin typeface="+mn-ea"/>
              </a:rPr>
              <a:t>軸表示</a:t>
            </a:r>
            <a:r>
              <a:rPr lang="en-US" altLang="zh-TW" sz="1400" dirty="0" err="1">
                <a:latin typeface="+mn-ea"/>
              </a:rPr>
              <a:t>PRG_Recipe.aPToInter</a:t>
            </a:r>
            <a:r>
              <a:rPr lang="en-US" altLang="zh-TW" sz="1400" dirty="0">
                <a:latin typeface="+mn-ea"/>
              </a:rPr>
              <a:t>[b,2]</a:t>
            </a:r>
          </a:p>
          <a:p>
            <a:pPr>
              <a:lnSpc>
                <a:spcPct val="150000"/>
              </a:lnSpc>
            </a:pPr>
            <a:endParaRPr lang="en-US" altLang="zh-TW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TW" sz="1400" dirty="0" err="1"/>
              <a:t>PRG_MotionControl.aReadTableBuffer</a:t>
            </a:r>
            <a:r>
              <a:rPr lang="en-US" altLang="zh-TW" sz="1400" dirty="0"/>
              <a:t>[c,0] := X</a:t>
            </a:r>
            <a:r>
              <a:rPr lang="zh-TW" altLang="en-US" sz="1400" dirty="0"/>
              <a:t>軸</a:t>
            </a:r>
            <a:r>
              <a:rPr lang="en-US" altLang="zh-TW" sz="1400" dirty="0"/>
              <a:t>+</a:t>
            </a:r>
            <a:r>
              <a:rPr lang="zh-TW" altLang="en-US" sz="1400" dirty="0"/>
              <a:t>偏移值</a:t>
            </a:r>
            <a:endParaRPr lang="en-US" altLang="zh-TW" sz="1400" dirty="0"/>
          </a:p>
          <a:p>
            <a:pPr>
              <a:lnSpc>
                <a:spcPct val="150000"/>
              </a:lnSpc>
            </a:pPr>
            <a:endParaRPr lang="en-US" altLang="zh-TW" sz="1400" dirty="0"/>
          </a:p>
          <a:p>
            <a:pPr>
              <a:lnSpc>
                <a:spcPct val="150000"/>
              </a:lnSpc>
            </a:pPr>
            <a:r>
              <a:rPr lang="en-US" altLang="zh-TW" sz="1400" dirty="0" err="1"/>
              <a:t>PRG_MotionControl.aReadTableBuffer</a:t>
            </a:r>
            <a:r>
              <a:rPr lang="en-US" altLang="zh-TW" sz="1400" dirty="0"/>
              <a:t>[c,1] := Y</a:t>
            </a:r>
            <a:r>
              <a:rPr lang="zh-TW" altLang="en-US" sz="1400" dirty="0"/>
              <a:t>軸</a:t>
            </a:r>
            <a:r>
              <a:rPr lang="en-US" altLang="zh-TW" sz="1400" dirty="0"/>
              <a:t>+</a:t>
            </a:r>
            <a:r>
              <a:rPr lang="zh-TW" altLang="en-US" sz="1400" dirty="0"/>
              <a:t>偏移值</a:t>
            </a:r>
            <a:endParaRPr lang="en-US" altLang="zh-TW" sz="1400" dirty="0"/>
          </a:p>
          <a:p>
            <a:pPr>
              <a:lnSpc>
                <a:spcPct val="150000"/>
              </a:lnSpc>
            </a:pPr>
            <a:endParaRPr lang="en-US" altLang="zh-TW" sz="1400" dirty="0"/>
          </a:p>
          <a:p>
            <a:pPr>
              <a:lnSpc>
                <a:spcPct val="150000"/>
              </a:lnSpc>
            </a:pPr>
            <a:r>
              <a:rPr lang="en-US" altLang="zh-TW" sz="1400" dirty="0" err="1"/>
              <a:t>PRG_MotionControl.aReadTableBuffer</a:t>
            </a:r>
            <a:r>
              <a:rPr lang="en-US" altLang="zh-TW" sz="1400" dirty="0"/>
              <a:t>[c,2] := X2</a:t>
            </a:r>
            <a:r>
              <a:rPr lang="zh-TW" altLang="en-US" sz="1400" dirty="0"/>
              <a:t>軸</a:t>
            </a:r>
            <a:r>
              <a:rPr lang="en-US" altLang="zh-TW" sz="1400" dirty="0"/>
              <a:t>+</a:t>
            </a:r>
            <a:r>
              <a:rPr lang="zh-TW" altLang="en-US" sz="1400" dirty="0"/>
              <a:t>偏移值</a:t>
            </a:r>
            <a:endParaRPr lang="en-US" altLang="zh-TW" sz="1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5B2EA9B-48B6-20FC-1674-8571B9A821C5}"/>
              </a:ext>
            </a:extLst>
          </p:cNvPr>
          <p:cNvSpPr/>
          <p:nvPr/>
        </p:nvSpPr>
        <p:spPr>
          <a:xfrm>
            <a:off x="702720" y="5374371"/>
            <a:ext cx="955752" cy="6813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ysClr val="windowText" lastClr="000000"/>
                </a:solidFill>
                <a:latin typeface="+mn-ea"/>
              </a:rPr>
              <a:t>視覺點位</a:t>
            </a:r>
            <a:endParaRPr lang="en-US" altLang="zh-TW" sz="1400" dirty="0">
              <a:solidFill>
                <a:sysClr val="windowText" lastClr="000000"/>
              </a:solidFill>
              <a:latin typeface="+mn-ea"/>
            </a:endParaRPr>
          </a:p>
          <a:p>
            <a:pPr algn="ctr"/>
            <a:r>
              <a:rPr lang="en-US" altLang="zh-TW" sz="1400" dirty="0">
                <a:solidFill>
                  <a:sysClr val="windowText" lastClr="000000"/>
                </a:solidFill>
                <a:latin typeface="+mn-ea"/>
              </a:rPr>
              <a:t>(mm)</a:t>
            </a:r>
            <a:endParaRPr lang="zh-TW" altLang="en-US" sz="140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887A5B-1B6F-1EEE-EBAB-0090F03ABFDC}"/>
              </a:ext>
            </a:extLst>
          </p:cNvPr>
          <p:cNvSpPr/>
          <p:nvPr/>
        </p:nvSpPr>
        <p:spPr>
          <a:xfrm>
            <a:off x="2152405" y="5374372"/>
            <a:ext cx="823810" cy="68131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ysClr val="windowText" lastClr="000000"/>
                </a:solidFill>
                <a:latin typeface="+mn-ea"/>
              </a:rPr>
              <a:t>AX</a:t>
            </a:r>
            <a:r>
              <a:rPr lang="zh-TW" altLang="en-US" sz="1400" dirty="0">
                <a:solidFill>
                  <a:sysClr val="windowText" lastClr="000000"/>
                </a:solidFill>
                <a:latin typeface="+mn-ea"/>
              </a:rPr>
              <a:t>點位</a:t>
            </a:r>
            <a:r>
              <a:rPr lang="en-US" altLang="zh-TW" sz="1400" dirty="0">
                <a:solidFill>
                  <a:sysClr val="windowText" lastClr="000000"/>
                </a:solidFill>
                <a:latin typeface="+mn-ea"/>
              </a:rPr>
              <a:t>(unit)</a:t>
            </a:r>
            <a:endParaRPr lang="zh-TW" altLang="en-US" sz="1400" dirty="0">
              <a:solidFill>
                <a:sysClr val="windowText" lastClr="000000"/>
              </a:solidFill>
              <a:latin typeface="+mn-ea"/>
            </a:endParaRP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36EC83FB-DD94-37B8-9234-401C86B7F711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1658472" y="5715030"/>
            <a:ext cx="493933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1E5A105-5CFF-FC18-6F90-D5D3D35B3337}"/>
              </a:ext>
            </a:extLst>
          </p:cNvPr>
          <p:cNvSpPr txBox="1"/>
          <p:nvPr/>
        </p:nvSpPr>
        <p:spPr>
          <a:xfrm>
            <a:off x="1699249" y="5448651"/>
            <a:ext cx="412379" cy="246221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000" dirty="0">
                <a:latin typeface="+mn-ea"/>
              </a:rPr>
              <a:t>*</a:t>
            </a:r>
            <a:r>
              <a:rPr lang="en-US" altLang="zh-TW" sz="1000" dirty="0">
                <a:latin typeface="+mn-ea"/>
              </a:rPr>
              <a:t>10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97A9085-C810-84E0-14B7-AA459EC32DF4}"/>
              </a:ext>
            </a:extLst>
          </p:cNvPr>
          <p:cNvSpPr txBox="1"/>
          <p:nvPr/>
        </p:nvSpPr>
        <p:spPr>
          <a:xfrm>
            <a:off x="2002965" y="6106023"/>
            <a:ext cx="1122690" cy="246221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 err="1">
                <a:latin typeface="+mn-ea"/>
              </a:rPr>
              <a:t>PRG_CCD.aCCD</a:t>
            </a:r>
            <a:endParaRPr lang="en-US" altLang="zh-TW" sz="1000" dirty="0">
              <a:latin typeface="+mn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780228F-F3BF-0EED-BC7E-D7346F68AE65}"/>
              </a:ext>
            </a:extLst>
          </p:cNvPr>
          <p:cNvSpPr/>
          <p:nvPr/>
        </p:nvSpPr>
        <p:spPr>
          <a:xfrm>
            <a:off x="3945125" y="5374372"/>
            <a:ext cx="887356" cy="68131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ysClr val="windowText" lastClr="000000"/>
                </a:solidFill>
                <a:latin typeface="+mn-ea"/>
              </a:rPr>
              <a:t>HMI</a:t>
            </a:r>
            <a:r>
              <a:rPr lang="zh-TW" altLang="en-US" sz="1400" dirty="0">
                <a:solidFill>
                  <a:sysClr val="windowText" lastClr="000000"/>
                </a:solidFill>
                <a:latin typeface="+mn-ea"/>
              </a:rPr>
              <a:t>點位</a:t>
            </a:r>
            <a:r>
              <a:rPr lang="en-US" altLang="zh-TW" sz="1400" dirty="0">
                <a:solidFill>
                  <a:sysClr val="windowText" lastClr="000000"/>
                </a:solidFill>
                <a:latin typeface="+mn-ea"/>
              </a:rPr>
              <a:t>(pixel)</a:t>
            </a:r>
            <a:endParaRPr lang="zh-TW" altLang="en-US" sz="1400" dirty="0">
              <a:solidFill>
                <a:sysClr val="windowText" lastClr="000000"/>
              </a:solidFill>
              <a:latin typeface="+mn-ea"/>
            </a:endParaRP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B5577FC0-9AD2-5D0A-A67D-841446D58CEC}"/>
              </a:ext>
            </a:extLst>
          </p:cNvPr>
          <p:cNvCxnSpPr>
            <a:cxnSpLocks/>
            <a:stCxn id="7" idx="3"/>
            <a:endCxn id="15" idx="1"/>
          </p:cNvCxnSpPr>
          <p:nvPr/>
        </p:nvCxnSpPr>
        <p:spPr>
          <a:xfrm>
            <a:off x="2976215" y="5715031"/>
            <a:ext cx="96891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D8A8CC81-9209-3ACF-341D-3EA72EC7A474}"/>
              </a:ext>
            </a:extLst>
          </p:cNvPr>
          <p:cNvSpPr txBox="1"/>
          <p:nvPr/>
        </p:nvSpPr>
        <p:spPr>
          <a:xfrm>
            <a:off x="3016992" y="5081983"/>
            <a:ext cx="887356" cy="584775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>
                <a:latin typeface="+mn-ea"/>
              </a:rPr>
              <a:t>400-(X/5)</a:t>
            </a:r>
          </a:p>
          <a:p>
            <a:pPr algn="ctr"/>
            <a:r>
              <a:rPr lang="en-US" altLang="zh-TW" sz="1000" dirty="0">
                <a:latin typeface="+mn-ea"/>
              </a:rPr>
              <a:t>16+(Y/5)</a:t>
            </a:r>
          </a:p>
          <a:p>
            <a:pPr algn="ctr"/>
            <a:r>
              <a:rPr lang="en-US" altLang="zh-TW" sz="1000" dirty="0">
                <a:latin typeface="+mn-ea"/>
              </a:rPr>
              <a:t>400+(X2/5</a:t>
            </a:r>
            <a:r>
              <a:rPr lang="en-US" altLang="zh-TW" sz="1200" dirty="0">
                <a:latin typeface="+mn-ea"/>
              </a:rPr>
              <a:t>)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16F1C57E-4261-B36F-6014-89987BBB715E}"/>
              </a:ext>
            </a:extLst>
          </p:cNvPr>
          <p:cNvSpPr txBox="1"/>
          <p:nvPr/>
        </p:nvSpPr>
        <p:spPr>
          <a:xfrm>
            <a:off x="3388553" y="6106204"/>
            <a:ext cx="2000499" cy="246221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 err="1">
                <a:latin typeface="+mn-ea"/>
              </a:rPr>
              <a:t>GlobVar_Recipe.aRPointBuffer</a:t>
            </a:r>
            <a:endParaRPr lang="en-US" altLang="zh-TW" sz="1000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0F4476-160E-70FE-CA7B-CD02BCF3C4AE}"/>
              </a:ext>
            </a:extLst>
          </p:cNvPr>
          <p:cNvSpPr/>
          <p:nvPr/>
        </p:nvSpPr>
        <p:spPr>
          <a:xfrm>
            <a:off x="499278" y="4641412"/>
            <a:ext cx="1362636" cy="3651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 err="1">
                <a:solidFill>
                  <a:schemeClr val="tx1"/>
                </a:solidFill>
                <a:latin typeface="+mn-ea"/>
              </a:rPr>
              <a:t>PRG_CCD.bCapture</a:t>
            </a:r>
            <a:endParaRPr lang="en-US" altLang="zh-TW" sz="1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TW" altLang="en-US" sz="1000" dirty="0">
                <a:solidFill>
                  <a:schemeClr val="tx1"/>
                </a:solidFill>
                <a:latin typeface="+mn-ea"/>
              </a:rPr>
              <a:t>觸發</a:t>
            </a:r>
            <a:endParaRPr lang="en-US" altLang="zh-TW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6F73C5-A361-C9CF-C0E7-31C4AEF1402A}"/>
              </a:ext>
            </a:extLst>
          </p:cNvPr>
          <p:cNvSpPr/>
          <p:nvPr/>
        </p:nvSpPr>
        <p:spPr>
          <a:xfrm>
            <a:off x="5799917" y="5374372"/>
            <a:ext cx="887356" cy="68131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ysClr val="windowText" lastClr="000000"/>
                </a:solidFill>
                <a:latin typeface="+mn-ea"/>
              </a:rPr>
              <a:t>偏移</a:t>
            </a:r>
            <a:endParaRPr lang="en-US" altLang="zh-TW" sz="1400" dirty="0">
              <a:solidFill>
                <a:sysClr val="windowText" lastClr="000000"/>
              </a:solidFill>
              <a:latin typeface="+mn-ea"/>
            </a:endParaRPr>
          </a:p>
          <a:p>
            <a:pPr algn="ctr"/>
            <a:r>
              <a:rPr lang="en-US" altLang="zh-TW" sz="1400" dirty="0">
                <a:solidFill>
                  <a:sysClr val="windowText" lastClr="000000"/>
                </a:solidFill>
                <a:latin typeface="+mn-ea"/>
              </a:rPr>
              <a:t>(unit)</a:t>
            </a:r>
            <a:endParaRPr lang="zh-TW" altLang="en-US" sz="140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3414A2FA-4495-5B1F-9595-52A7D6279F8D}"/>
              </a:ext>
            </a:extLst>
          </p:cNvPr>
          <p:cNvSpPr txBox="1"/>
          <p:nvPr/>
        </p:nvSpPr>
        <p:spPr>
          <a:xfrm>
            <a:off x="5521501" y="6106023"/>
            <a:ext cx="1444188" cy="246221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 err="1">
                <a:latin typeface="+mn-ea"/>
              </a:rPr>
              <a:t>PRG_Recipe.aScaMir</a:t>
            </a:r>
            <a:endParaRPr lang="en-US" altLang="zh-TW" sz="1000" dirty="0">
              <a:latin typeface="+mn-ea"/>
            </a:endParaRPr>
          </a:p>
        </p:txBody>
      </p: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7CD62403-6FDC-5168-6C03-37E4C3AA5409}"/>
              </a:ext>
            </a:extLst>
          </p:cNvPr>
          <p:cNvCxnSpPr>
            <a:cxnSpLocks/>
            <a:stCxn id="15" idx="3"/>
            <a:endCxn id="23" idx="1"/>
          </p:cNvCxnSpPr>
          <p:nvPr/>
        </p:nvCxnSpPr>
        <p:spPr>
          <a:xfrm>
            <a:off x="4832481" y="5715031"/>
            <a:ext cx="96743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50CA356E-B21D-36A3-E992-8A398C70764C}"/>
              </a:ext>
            </a:extLst>
          </p:cNvPr>
          <p:cNvSpPr txBox="1"/>
          <p:nvPr/>
        </p:nvSpPr>
        <p:spPr>
          <a:xfrm>
            <a:off x="4871783" y="5081983"/>
            <a:ext cx="887356" cy="584775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>
                <a:latin typeface="+mn-ea"/>
              </a:rPr>
              <a:t>400-(X*5)</a:t>
            </a:r>
          </a:p>
          <a:p>
            <a:pPr algn="ctr"/>
            <a:r>
              <a:rPr lang="en-US" altLang="zh-TW" sz="1000" dirty="0">
                <a:latin typeface="+mn-ea"/>
              </a:rPr>
              <a:t>16+(Y*5)</a:t>
            </a:r>
          </a:p>
          <a:p>
            <a:pPr algn="ctr"/>
            <a:r>
              <a:rPr lang="en-US" altLang="zh-TW" sz="1000" dirty="0">
                <a:latin typeface="+mn-ea"/>
              </a:rPr>
              <a:t>400+(X2*5</a:t>
            </a:r>
            <a:r>
              <a:rPr lang="en-US" altLang="zh-TW" sz="1200" dirty="0">
                <a:latin typeface="+mn-ea"/>
              </a:rPr>
              <a:t>)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53BB03E-23DD-2071-08B9-8C36DC393B02}"/>
              </a:ext>
            </a:extLst>
          </p:cNvPr>
          <p:cNvSpPr/>
          <p:nvPr/>
        </p:nvSpPr>
        <p:spPr>
          <a:xfrm>
            <a:off x="7863364" y="5374370"/>
            <a:ext cx="759771" cy="68131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ysClr val="windowText" lastClr="000000"/>
                </a:solidFill>
                <a:latin typeface="+mn-ea"/>
              </a:rPr>
              <a:t>級放</a:t>
            </a:r>
            <a:endParaRPr lang="en-US" altLang="zh-TW" sz="1400" dirty="0">
              <a:solidFill>
                <a:sysClr val="windowText" lastClr="000000"/>
              </a:solidFill>
              <a:latin typeface="+mn-ea"/>
            </a:endParaRPr>
          </a:p>
          <a:p>
            <a:pPr algn="ctr"/>
            <a:r>
              <a:rPr lang="en-US" altLang="zh-TW" sz="1400" dirty="0">
                <a:solidFill>
                  <a:sysClr val="windowText" lastClr="000000"/>
                </a:solidFill>
                <a:latin typeface="+mn-ea"/>
              </a:rPr>
              <a:t>(unit)</a:t>
            </a:r>
            <a:endParaRPr lang="zh-TW" altLang="en-US" sz="140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36D41C7-EC9F-3A3B-095D-705AF2577C86}"/>
              </a:ext>
            </a:extLst>
          </p:cNvPr>
          <p:cNvSpPr/>
          <p:nvPr/>
        </p:nvSpPr>
        <p:spPr>
          <a:xfrm>
            <a:off x="3469831" y="4641411"/>
            <a:ext cx="1837942" cy="365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 err="1">
                <a:solidFill>
                  <a:schemeClr val="tx1"/>
                </a:solidFill>
                <a:latin typeface="+mn-ea"/>
              </a:rPr>
              <a:t>PRG_Recipe.bPointRecipeR</a:t>
            </a:r>
            <a:r>
              <a:rPr lang="zh-TW" altLang="en-US" sz="1000" dirty="0">
                <a:solidFill>
                  <a:schemeClr val="tx1"/>
                </a:solidFill>
                <a:latin typeface="+mn-ea"/>
              </a:rPr>
              <a:t>觸發</a:t>
            </a:r>
            <a:endParaRPr lang="en-US" altLang="zh-TW" sz="10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B4FC8FF0-75CE-E9A8-58EC-4F9A4B740254}"/>
              </a:ext>
            </a:extLst>
          </p:cNvPr>
          <p:cNvCxnSpPr>
            <a:cxnSpLocks/>
            <a:stCxn id="23" idx="3"/>
            <a:endCxn id="13" idx="1"/>
          </p:cNvCxnSpPr>
          <p:nvPr/>
        </p:nvCxnSpPr>
        <p:spPr>
          <a:xfrm flipV="1">
            <a:off x="6687273" y="5715029"/>
            <a:ext cx="1176091" cy="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F4B92F7B-56D5-1E88-3D33-ACCE951D4185}"/>
              </a:ext>
            </a:extLst>
          </p:cNvPr>
          <p:cNvSpPr txBox="1"/>
          <p:nvPr/>
        </p:nvSpPr>
        <p:spPr>
          <a:xfrm>
            <a:off x="6726574" y="5272547"/>
            <a:ext cx="1097489" cy="400110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>
                <a:latin typeface="+mn-ea"/>
              </a:rPr>
              <a:t>+(</a:t>
            </a:r>
            <a:r>
              <a:rPr lang="zh-TW" altLang="en-US" sz="1000" dirty="0">
                <a:latin typeface="+mn-ea"/>
              </a:rPr>
              <a:t>級放號數</a:t>
            </a:r>
            <a:r>
              <a:rPr lang="en-US" altLang="zh-TW" sz="1000" dirty="0">
                <a:latin typeface="+mn-ea"/>
              </a:rPr>
              <a:t>-</a:t>
            </a:r>
            <a:r>
              <a:rPr lang="zh-TW" altLang="en-US" sz="1000" dirty="0">
                <a:latin typeface="+mn-ea"/>
              </a:rPr>
              <a:t>標準號數</a:t>
            </a:r>
            <a:r>
              <a:rPr lang="en-US" altLang="zh-TW" sz="1000" dirty="0">
                <a:latin typeface="+mn-ea"/>
              </a:rPr>
              <a:t>)</a:t>
            </a:r>
            <a:r>
              <a:rPr lang="zh-TW" altLang="en-US" sz="1000" dirty="0">
                <a:latin typeface="+mn-ea"/>
              </a:rPr>
              <a:t>*級放值</a:t>
            </a:r>
            <a:endParaRPr lang="en-US" altLang="zh-TW" sz="1200" dirty="0">
              <a:latin typeface="+mn-ea"/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FD6D7983-978D-2A25-8AE0-31EB83E82111}"/>
              </a:ext>
            </a:extLst>
          </p:cNvPr>
          <p:cNvSpPr txBox="1"/>
          <p:nvPr/>
        </p:nvSpPr>
        <p:spPr>
          <a:xfrm>
            <a:off x="7470653" y="6098059"/>
            <a:ext cx="1545192" cy="246221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 err="1">
                <a:latin typeface="+mn-ea"/>
              </a:rPr>
              <a:t>PRG_Recipe.aPToInter</a:t>
            </a:r>
            <a:endParaRPr lang="en-US" altLang="zh-TW" sz="1000" dirty="0">
              <a:latin typeface="+mn-ea"/>
            </a:endParaRPr>
          </a:p>
        </p:txBody>
      </p: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F022E6FE-C3D5-5B4D-0D4A-64B0A1313D24}"/>
              </a:ext>
            </a:extLst>
          </p:cNvPr>
          <p:cNvCxnSpPr>
            <a:cxnSpLocks/>
            <a:stCxn id="13" idx="3"/>
            <a:endCxn id="24" idx="1"/>
          </p:cNvCxnSpPr>
          <p:nvPr/>
        </p:nvCxnSpPr>
        <p:spPr>
          <a:xfrm flipV="1">
            <a:off x="8623135" y="5715028"/>
            <a:ext cx="718089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A17CC192-5611-37BD-BC39-A1B59A03F255}"/>
              </a:ext>
            </a:extLst>
          </p:cNvPr>
          <p:cNvSpPr/>
          <p:nvPr/>
        </p:nvSpPr>
        <p:spPr>
          <a:xfrm>
            <a:off x="9341224" y="5374369"/>
            <a:ext cx="896470" cy="681317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ysClr val="windowText" lastClr="000000"/>
                </a:solidFill>
                <a:latin typeface="+mn-ea"/>
              </a:rPr>
              <a:t>擦膠起始</a:t>
            </a:r>
            <a:endParaRPr lang="en-US" altLang="zh-TW" sz="1400" dirty="0">
              <a:solidFill>
                <a:sysClr val="windowText" lastClr="000000"/>
              </a:solidFill>
              <a:latin typeface="+mn-ea"/>
            </a:endParaRPr>
          </a:p>
          <a:p>
            <a:pPr algn="ctr"/>
            <a:r>
              <a:rPr lang="en-US" altLang="zh-TW" sz="1400" dirty="0">
                <a:solidFill>
                  <a:sysClr val="windowText" lastClr="000000"/>
                </a:solidFill>
                <a:latin typeface="+mn-ea"/>
              </a:rPr>
              <a:t>(unit)</a:t>
            </a:r>
            <a:endParaRPr lang="zh-TW" altLang="en-US" sz="140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871D73A1-DFBA-8AE7-5E2E-57017731EAA1}"/>
              </a:ext>
            </a:extLst>
          </p:cNvPr>
          <p:cNvSpPr txBox="1"/>
          <p:nvPr/>
        </p:nvSpPr>
        <p:spPr>
          <a:xfrm>
            <a:off x="9067364" y="6106204"/>
            <a:ext cx="1444189" cy="400110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 err="1"/>
              <a:t>PRG_MotionControl</a:t>
            </a:r>
            <a:r>
              <a:rPr lang="en-US" altLang="zh-TW" sz="1000" dirty="0"/>
              <a:t>.</a:t>
            </a:r>
          </a:p>
          <a:p>
            <a:pPr algn="ctr"/>
            <a:r>
              <a:rPr lang="en-US" altLang="zh-TW" sz="1000" dirty="0" err="1"/>
              <a:t>aReadTableBuffer</a:t>
            </a:r>
            <a:endParaRPr lang="en-US" altLang="zh-TW" sz="1000" dirty="0">
              <a:latin typeface="+mn-ea"/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380DA283-BA09-AD05-A4B3-4DD96EC808C4}"/>
              </a:ext>
            </a:extLst>
          </p:cNvPr>
          <p:cNvSpPr txBox="1"/>
          <p:nvPr/>
        </p:nvSpPr>
        <p:spPr>
          <a:xfrm>
            <a:off x="8658994" y="5426436"/>
            <a:ext cx="646371" cy="246221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>
                <a:latin typeface="+mn-ea"/>
              </a:rPr>
              <a:t>+</a:t>
            </a:r>
            <a:r>
              <a:rPr lang="zh-TW" altLang="en-US" sz="1000" dirty="0">
                <a:latin typeface="+mn-ea"/>
              </a:rPr>
              <a:t>偏移值</a:t>
            </a:r>
            <a:endParaRPr lang="en-US" altLang="zh-TW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11822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5A51D-6385-E13B-0105-5916741CD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C00F1C-3BDE-4BEE-A034-D2DC50951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</a:rPr>
              <a:t>最終擦膠位置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1BDB04B-1B66-932E-A387-DB34FC58E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1ED6-2F0F-48F9-9591-93C685731860}" type="datetime1">
              <a:rPr lang="zh-TW" altLang="en-US" smtClean="0"/>
              <a:t>2026/8/13</a:t>
            </a:fld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EBB46E3-31A1-8400-6002-C9E095974B77}"/>
              </a:ext>
            </a:extLst>
          </p:cNvPr>
          <p:cNvSpPr txBox="1"/>
          <p:nvPr/>
        </p:nvSpPr>
        <p:spPr>
          <a:xfrm>
            <a:off x="355123" y="850854"/>
            <a:ext cx="37769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AX</a:t>
            </a:r>
            <a:r>
              <a:rPr lang="zh-TW" altLang="en-US" sz="16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控制器點位經機構路徑模型最終點位</a:t>
            </a:r>
            <a:r>
              <a:rPr lang="en-US" altLang="zh-TW" sz="16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:</a:t>
            </a:r>
            <a:endParaRPr lang="zh-TW" altLang="en-US" sz="1600" b="1" dirty="0">
              <a:solidFill>
                <a:schemeClr val="accent1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6BEE2B7-6355-7E04-BAFF-EE5D398C0FEE}"/>
              </a:ext>
            </a:extLst>
          </p:cNvPr>
          <p:cNvSpPr txBox="1"/>
          <p:nvPr/>
        </p:nvSpPr>
        <p:spPr>
          <a:xfrm>
            <a:off x="10547557" y="639289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回目錄</a:t>
            </a:r>
            <a:endParaRPr lang="zh-TW" altLang="en-US" sz="1200" b="1" dirty="0">
              <a:solidFill>
                <a:schemeClr val="accent1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C17D48E-8252-3981-71C1-68E23263E42F}"/>
              </a:ext>
            </a:extLst>
          </p:cNvPr>
          <p:cNvSpPr txBox="1"/>
          <p:nvPr/>
        </p:nvSpPr>
        <p:spPr>
          <a:xfrm>
            <a:off x="792752" y="1231744"/>
            <a:ext cx="10606496" cy="3285643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latin typeface="+mn-ea"/>
              </a:rPr>
              <a:t>最後會將擦膠點的位置經過翹翹板機構的模型導入至</a:t>
            </a:r>
            <a:r>
              <a:rPr lang="en-US" altLang="zh-TW" sz="1400" dirty="0">
                <a:latin typeface="+mn-ea"/>
              </a:rPr>
              <a:t>X/X2</a:t>
            </a:r>
            <a:r>
              <a:rPr lang="zh-TW" altLang="en-US" sz="1400" dirty="0">
                <a:latin typeface="+mn-ea"/>
              </a:rPr>
              <a:t>軸，決定最終的擦膠路徑</a:t>
            </a:r>
            <a:r>
              <a:rPr lang="en-US" altLang="zh-TW" sz="1400" dirty="0">
                <a:latin typeface="+mn-ea"/>
              </a:rPr>
              <a:t>(unit)</a:t>
            </a:r>
          </a:p>
          <a:p>
            <a:pPr>
              <a:lnSpc>
                <a:spcPct val="150000"/>
              </a:lnSpc>
            </a:pPr>
            <a:r>
              <a:rPr lang="en-US" altLang="zh-TW" sz="1400" dirty="0">
                <a:latin typeface="+mn-ea"/>
              </a:rPr>
              <a:t>X</a:t>
            </a:r>
            <a:r>
              <a:rPr lang="zh-TW" altLang="en-US" sz="1400" dirty="0">
                <a:latin typeface="+mn-ea"/>
              </a:rPr>
              <a:t>軸表示</a:t>
            </a:r>
            <a:r>
              <a:rPr lang="en-US" altLang="zh-TW" sz="1400" dirty="0" err="1"/>
              <a:t>PRG_MotionControl.aReadTableBuffer</a:t>
            </a:r>
            <a:r>
              <a:rPr lang="en-US" altLang="zh-TW" sz="1400" dirty="0"/>
              <a:t>[c,0] </a:t>
            </a:r>
            <a:r>
              <a:rPr lang="zh-TW" altLang="en-US" sz="1400" dirty="0">
                <a:latin typeface="+mn-ea"/>
              </a:rPr>
              <a:t>、</a:t>
            </a:r>
            <a:endParaRPr lang="en-US" altLang="zh-TW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TW" sz="1400" dirty="0">
                <a:latin typeface="+mn-ea"/>
              </a:rPr>
              <a:t>Y</a:t>
            </a:r>
            <a:r>
              <a:rPr lang="zh-TW" altLang="en-US" sz="1400" dirty="0">
                <a:latin typeface="+mn-ea"/>
              </a:rPr>
              <a:t>軸表示</a:t>
            </a:r>
            <a:r>
              <a:rPr lang="en-US" altLang="zh-TW" sz="1400" dirty="0" err="1"/>
              <a:t>PRG_MotionControl.aReadTableBuffer</a:t>
            </a:r>
            <a:r>
              <a:rPr lang="en-US" altLang="zh-TW" sz="1400" dirty="0"/>
              <a:t>[c,1] </a:t>
            </a:r>
            <a:r>
              <a:rPr lang="zh-TW" altLang="en-US" sz="1400" dirty="0">
                <a:latin typeface="+mn-ea"/>
              </a:rPr>
              <a:t>、</a:t>
            </a:r>
            <a:endParaRPr lang="en-US" altLang="zh-TW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TW" sz="1400" dirty="0">
                <a:latin typeface="+mn-ea"/>
              </a:rPr>
              <a:t>X2</a:t>
            </a:r>
            <a:r>
              <a:rPr lang="zh-TW" altLang="en-US" sz="1400" dirty="0">
                <a:latin typeface="+mn-ea"/>
              </a:rPr>
              <a:t>軸表示</a:t>
            </a:r>
            <a:r>
              <a:rPr lang="en-US" altLang="zh-TW" sz="1400" dirty="0" err="1"/>
              <a:t>PRG_MotionControl.aReadTableBuffer</a:t>
            </a:r>
            <a:r>
              <a:rPr lang="en-US" altLang="zh-TW" sz="1400" dirty="0"/>
              <a:t>[c,2] </a:t>
            </a:r>
          </a:p>
          <a:p>
            <a:pPr>
              <a:lnSpc>
                <a:spcPct val="150000"/>
              </a:lnSpc>
            </a:pPr>
            <a:endParaRPr lang="en-US" altLang="zh-TW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TW" sz="1400" dirty="0" err="1"/>
              <a:t>PRG_MotionControl.aTableBuffer</a:t>
            </a:r>
            <a:r>
              <a:rPr lang="en-US" altLang="zh-TW" sz="1400" dirty="0"/>
              <a:t>[c,0] :=</a:t>
            </a:r>
            <a:r>
              <a:rPr lang="zh-TW" altLang="en-US" sz="1400" dirty="0"/>
              <a:t> </a:t>
            </a:r>
            <a:r>
              <a:rPr lang="en-US" altLang="zh-TW" sz="1400" dirty="0"/>
              <a:t>-3.182+(1.08</a:t>
            </a:r>
            <a:r>
              <a:rPr lang="zh-TW" altLang="en-US" sz="1400" dirty="0"/>
              <a:t>*</a:t>
            </a:r>
            <a:r>
              <a:rPr lang="en-US" altLang="zh-TW" sz="1400" dirty="0"/>
              <a:t>X</a:t>
            </a:r>
            <a:r>
              <a:rPr lang="zh-TW" altLang="en-US" sz="1400" dirty="0"/>
              <a:t>軸</a:t>
            </a:r>
            <a:r>
              <a:rPr lang="en-US" altLang="zh-TW" sz="1400" dirty="0"/>
              <a:t>)</a:t>
            </a:r>
          </a:p>
          <a:p>
            <a:pPr>
              <a:lnSpc>
                <a:spcPct val="150000"/>
              </a:lnSpc>
            </a:pPr>
            <a:endParaRPr lang="en-US" altLang="zh-TW" sz="1400" dirty="0"/>
          </a:p>
          <a:p>
            <a:pPr>
              <a:lnSpc>
                <a:spcPct val="150000"/>
              </a:lnSpc>
            </a:pPr>
            <a:r>
              <a:rPr lang="en-US" altLang="zh-TW" sz="1400" dirty="0" err="1"/>
              <a:t>PRG_MotionControl.aTableBuffer</a:t>
            </a:r>
            <a:r>
              <a:rPr lang="en-US" altLang="zh-TW" sz="1400" dirty="0"/>
              <a:t>[c,1] := Y</a:t>
            </a:r>
            <a:r>
              <a:rPr lang="zh-TW" altLang="en-US" sz="1400" dirty="0"/>
              <a:t>軸</a:t>
            </a:r>
            <a:endParaRPr lang="en-US" altLang="zh-TW" sz="1400" dirty="0"/>
          </a:p>
          <a:p>
            <a:pPr>
              <a:lnSpc>
                <a:spcPct val="150000"/>
              </a:lnSpc>
            </a:pPr>
            <a:endParaRPr lang="en-US" altLang="zh-TW" sz="1400" dirty="0"/>
          </a:p>
          <a:p>
            <a:pPr>
              <a:lnSpc>
                <a:spcPct val="150000"/>
              </a:lnSpc>
            </a:pPr>
            <a:r>
              <a:rPr lang="en-US" altLang="zh-TW" sz="1400" dirty="0" err="1"/>
              <a:t>PRG_MotionControl.aTableBuffer</a:t>
            </a:r>
            <a:r>
              <a:rPr lang="en-US" altLang="zh-TW" sz="1400" dirty="0"/>
              <a:t>[c,2] := -3.182+(1.08</a:t>
            </a:r>
            <a:r>
              <a:rPr lang="zh-TW" altLang="en-US" sz="1400" dirty="0"/>
              <a:t>*</a:t>
            </a:r>
            <a:r>
              <a:rPr lang="en-US" altLang="zh-TW" sz="1400" dirty="0"/>
              <a:t>X2</a:t>
            </a:r>
            <a:r>
              <a:rPr lang="zh-TW" altLang="en-US" sz="1400" dirty="0"/>
              <a:t>軸</a:t>
            </a:r>
            <a:r>
              <a:rPr lang="en-US" altLang="zh-TW" sz="1400" dirty="0"/>
              <a:t>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04FCD5-CD09-ED2F-0D17-C590AA8ED35A}"/>
              </a:ext>
            </a:extLst>
          </p:cNvPr>
          <p:cNvSpPr/>
          <p:nvPr/>
        </p:nvSpPr>
        <p:spPr>
          <a:xfrm>
            <a:off x="702720" y="5374371"/>
            <a:ext cx="955752" cy="6813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ysClr val="windowText" lastClr="000000"/>
                </a:solidFill>
                <a:latin typeface="+mn-ea"/>
              </a:rPr>
              <a:t>視覺點位</a:t>
            </a:r>
            <a:endParaRPr lang="en-US" altLang="zh-TW" sz="1400" dirty="0">
              <a:solidFill>
                <a:sysClr val="windowText" lastClr="000000"/>
              </a:solidFill>
              <a:latin typeface="+mn-ea"/>
            </a:endParaRPr>
          </a:p>
          <a:p>
            <a:pPr algn="ctr"/>
            <a:r>
              <a:rPr lang="en-US" altLang="zh-TW" sz="1400" dirty="0">
                <a:solidFill>
                  <a:sysClr val="windowText" lastClr="000000"/>
                </a:solidFill>
                <a:latin typeface="+mn-ea"/>
              </a:rPr>
              <a:t>(mm)</a:t>
            </a:r>
            <a:endParaRPr lang="zh-TW" altLang="en-US" sz="140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CF7103C-FB87-9E9A-B7C4-0827C9DF0046}"/>
              </a:ext>
            </a:extLst>
          </p:cNvPr>
          <p:cNvSpPr/>
          <p:nvPr/>
        </p:nvSpPr>
        <p:spPr>
          <a:xfrm>
            <a:off x="2152405" y="5374372"/>
            <a:ext cx="823810" cy="68131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ysClr val="windowText" lastClr="000000"/>
                </a:solidFill>
                <a:latin typeface="+mn-ea"/>
              </a:rPr>
              <a:t>AX</a:t>
            </a:r>
            <a:r>
              <a:rPr lang="zh-TW" altLang="en-US" sz="1400" dirty="0">
                <a:solidFill>
                  <a:sysClr val="windowText" lastClr="000000"/>
                </a:solidFill>
                <a:latin typeface="+mn-ea"/>
              </a:rPr>
              <a:t>點位</a:t>
            </a:r>
            <a:r>
              <a:rPr lang="en-US" altLang="zh-TW" sz="1400" dirty="0">
                <a:solidFill>
                  <a:sysClr val="windowText" lastClr="000000"/>
                </a:solidFill>
                <a:latin typeface="+mn-ea"/>
              </a:rPr>
              <a:t>(unit)</a:t>
            </a:r>
            <a:endParaRPr lang="zh-TW" altLang="en-US" sz="1400" dirty="0">
              <a:solidFill>
                <a:sysClr val="windowText" lastClr="000000"/>
              </a:solidFill>
              <a:latin typeface="+mn-ea"/>
            </a:endParaRP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410DC916-FB1A-60CC-6B77-2C10F090CAFD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1658472" y="5715030"/>
            <a:ext cx="493933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F5FB6FB-268F-952B-B1C5-00F6843EED86}"/>
              </a:ext>
            </a:extLst>
          </p:cNvPr>
          <p:cNvSpPr txBox="1"/>
          <p:nvPr/>
        </p:nvSpPr>
        <p:spPr>
          <a:xfrm>
            <a:off x="1699249" y="5448651"/>
            <a:ext cx="412379" cy="246221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000" dirty="0">
                <a:latin typeface="+mn-ea"/>
              </a:rPr>
              <a:t>*</a:t>
            </a:r>
            <a:r>
              <a:rPr lang="en-US" altLang="zh-TW" sz="1000" dirty="0">
                <a:latin typeface="+mn-ea"/>
              </a:rPr>
              <a:t>10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69A9309-D048-98DB-EACD-2E79274BEB67}"/>
              </a:ext>
            </a:extLst>
          </p:cNvPr>
          <p:cNvSpPr txBox="1"/>
          <p:nvPr/>
        </p:nvSpPr>
        <p:spPr>
          <a:xfrm>
            <a:off x="2002965" y="6106023"/>
            <a:ext cx="1122690" cy="246221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 err="1">
                <a:latin typeface="+mn-ea"/>
              </a:rPr>
              <a:t>PRG_CCD.aCCD</a:t>
            </a:r>
            <a:endParaRPr lang="en-US" altLang="zh-TW" sz="1000" dirty="0">
              <a:latin typeface="+mn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7A4654A-85B2-4CCF-2DA3-8162DF7B9D5E}"/>
              </a:ext>
            </a:extLst>
          </p:cNvPr>
          <p:cNvSpPr/>
          <p:nvPr/>
        </p:nvSpPr>
        <p:spPr>
          <a:xfrm>
            <a:off x="3945125" y="5374372"/>
            <a:ext cx="887356" cy="68131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ysClr val="windowText" lastClr="000000"/>
                </a:solidFill>
                <a:latin typeface="+mn-ea"/>
              </a:rPr>
              <a:t>HMI</a:t>
            </a:r>
            <a:r>
              <a:rPr lang="zh-TW" altLang="en-US" sz="1400" dirty="0">
                <a:solidFill>
                  <a:sysClr val="windowText" lastClr="000000"/>
                </a:solidFill>
                <a:latin typeface="+mn-ea"/>
              </a:rPr>
              <a:t>點位</a:t>
            </a:r>
            <a:r>
              <a:rPr lang="en-US" altLang="zh-TW" sz="1400" dirty="0">
                <a:solidFill>
                  <a:sysClr val="windowText" lastClr="000000"/>
                </a:solidFill>
                <a:latin typeface="+mn-ea"/>
              </a:rPr>
              <a:t>(pixel)</a:t>
            </a:r>
            <a:endParaRPr lang="zh-TW" altLang="en-US" sz="1400" dirty="0">
              <a:solidFill>
                <a:sysClr val="windowText" lastClr="000000"/>
              </a:solidFill>
              <a:latin typeface="+mn-ea"/>
            </a:endParaRP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8CBEA0C9-2143-91F8-FFB4-7E6312514086}"/>
              </a:ext>
            </a:extLst>
          </p:cNvPr>
          <p:cNvCxnSpPr>
            <a:cxnSpLocks/>
            <a:stCxn id="7" idx="3"/>
            <a:endCxn id="15" idx="1"/>
          </p:cNvCxnSpPr>
          <p:nvPr/>
        </p:nvCxnSpPr>
        <p:spPr>
          <a:xfrm>
            <a:off x="2976215" y="5715031"/>
            <a:ext cx="96891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F42447D-0CA0-4BBD-58EA-D3A52B5C3AF5}"/>
              </a:ext>
            </a:extLst>
          </p:cNvPr>
          <p:cNvSpPr txBox="1"/>
          <p:nvPr/>
        </p:nvSpPr>
        <p:spPr>
          <a:xfrm>
            <a:off x="3016992" y="5081983"/>
            <a:ext cx="887356" cy="584775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>
                <a:latin typeface="+mn-ea"/>
              </a:rPr>
              <a:t>400-(X/5)</a:t>
            </a:r>
          </a:p>
          <a:p>
            <a:pPr algn="ctr"/>
            <a:r>
              <a:rPr lang="en-US" altLang="zh-TW" sz="1000" dirty="0">
                <a:latin typeface="+mn-ea"/>
              </a:rPr>
              <a:t>16+(Y/5)</a:t>
            </a:r>
          </a:p>
          <a:p>
            <a:pPr algn="ctr"/>
            <a:r>
              <a:rPr lang="en-US" altLang="zh-TW" sz="1000" dirty="0">
                <a:latin typeface="+mn-ea"/>
              </a:rPr>
              <a:t>400+(X2/5</a:t>
            </a:r>
            <a:r>
              <a:rPr lang="en-US" altLang="zh-TW" sz="1200" dirty="0">
                <a:latin typeface="+mn-ea"/>
              </a:rPr>
              <a:t>)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08B2F956-E350-5B98-8E26-A40345DBB8F4}"/>
              </a:ext>
            </a:extLst>
          </p:cNvPr>
          <p:cNvSpPr txBox="1"/>
          <p:nvPr/>
        </p:nvSpPr>
        <p:spPr>
          <a:xfrm>
            <a:off x="3388553" y="6106204"/>
            <a:ext cx="2000499" cy="246221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 err="1">
                <a:latin typeface="+mn-ea"/>
              </a:rPr>
              <a:t>GlobVar_Recipe.aRPointBuffer</a:t>
            </a:r>
            <a:endParaRPr lang="en-US" altLang="zh-TW" sz="1000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235BB-A0C9-F638-4F16-FF5E09D75DC8}"/>
              </a:ext>
            </a:extLst>
          </p:cNvPr>
          <p:cNvSpPr/>
          <p:nvPr/>
        </p:nvSpPr>
        <p:spPr>
          <a:xfrm>
            <a:off x="499278" y="4641412"/>
            <a:ext cx="1362636" cy="3651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 err="1">
                <a:solidFill>
                  <a:schemeClr val="tx1"/>
                </a:solidFill>
                <a:latin typeface="+mn-ea"/>
              </a:rPr>
              <a:t>PRG_CCD.bCapture</a:t>
            </a:r>
            <a:endParaRPr lang="en-US" altLang="zh-TW" sz="1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TW" altLang="en-US" sz="1000" dirty="0">
                <a:solidFill>
                  <a:schemeClr val="tx1"/>
                </a:solidFill>
                <a:latin typeface="+mn-ea"/>
              </a:rPr>
              <a:t>觸發</a:t>
            </a:r>
            <a:endParaRPr lang="en-US" altLang="zh-TW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BAC5290-7249-4A2D-CE8C-80C14B99F991}"/>
              </a:ext>
            </a:extLst>
          </p:cNvPr>
          <p:cNvSpPr/>
          <p:nvPr/>
        </p:nvSpPr>
        <p:spPr>
          <a:xfrm>
            <a:off x="5799917" y="5374372"/>
            <a:ext cx="887356" cy="68131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ysClr val="windowText" lastClr="000000"/>
                </a:solidFill>
                <a:latin typeface="+mn-ea"/>
              </a:rPr>
              <a:t>偏移</a:t>
            </a:r>
            <a:endParaRPr lang="en-US" altLang="zh-TW" sz="1400" dirty="0">
              <a:solidFill>
                <a:sysClr val="windowText" lastClr="000000"/>
              </a:solidFill>
              <a:latin typeface="+mn-ea"/>
            </a:endParaRPr>
          </a:p>
          <a:p>
            <a:pPr algn="ctr"/>
            <a:r>
              <a:rPr lang="en-US" altLang="zh-TW" sz="1400" dirty="0">
                <a:solidFill>
                  <a:sysClr val="windowText" lastClr="000000"/>
                </a:solidFill>
                <a:latin typeface="+mn-ea"/>
              </a:rPr>
              <a:t>(unit)</a:t>
            </a:r>
            <a:endParaRPr lang="zh-TW" altLang="en-US" sz="140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92F1A7D1-EA9E-ADE2-5CDC-08302AF50281}"/>
              </a:ext>
            </a:extLst>
          </p:cNvPr>
          <p:cNvSpPr txBox="1"/>
          <p:nvPr/>
        </p:nvSpPr>
        <p:spPr>
          <a:xfrm>
            <a:off x="5521501" y="6106023"/>
            <a:ext cx="1444188" cy="246221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 err="1">
                <a:latin typeface="+mn-ea"/>
              </a:rPr>
              <a:t>PRG_Recipe.aScaMir</a:t>
            </a:r>
            <a:endParaRPr lang="en-US" altLang="zh-TW" sz="1000" dirty="0">
              <a:latin typeface="+mn-ea"/>
            </a:endParaRPr>
          </a:p>
        </p:txBody>
      </p: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4AAD1920-B11D-0B3C-6311-88A7351452D3}"/>
              </a:ext>
            </a:extLst>
          </p:cNvPr>
          <p:cNvCxnSpPr>
            <a:cxnSpLocks/>
            <a:stCxn id="15" idx="3"/>
            <a:endCxn id="23" idx="1"/>
          </p:cNvCxnSpPr>
          <p:nvPr/>
        </p:nvCxnSpPr>
        <p:spPr>
          <a:xfrm>
            <a:off x="4832481" y="5715031"/>
            <a:ext cx="96743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EF105204-13E0-117A-0C39-B972D144FED0}"/>
              </a:ext>
            </a:extLst>
          </p:cNvPr>
          <p:cNvSpPr txBox="1"/>
          <p:nvPr/>
        </p:nvSpPr>
        <p:spPr>
          <a:xfrm>
            <a:off x="4871783" y="5081983"/>
            <a:ext cx="887356" cy="584775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>
                <a:latin typeface="+mn-ea"/>
              </a:rPr>
              <a:t>400-(X*5)</a:t>
            </a:r>
          </a:p>
          <a:p>
            <a:pPr algn="ctr"/>
            <a:r>
              <a:rPr lang="en-US" altLang="zh-TW" sz="1000" dirty="0">
                <a:latin typeface="+mn-ea"/>
              </a:rPr>
              <a:t>16+(Y*5)</a:t>
            </a:r>
          </a:p>
          <a:p>
            <a:pPr algn="ctr"/>
            <a:r>
              <a:rPr lang="en-US" altLang="zh-TW" sz="1000" dirty="0">
                <a:latin typeface="+mn-ea"/>
              </a:rPr>
              <a:t>400+(X2*5</a:t>
            </a:r>
            <a:r>
              <a:rPr lang="en-US" altLang="zh-TW" sz="1200" dirty="0">
                <a:latin typeface="+mn-ea"/>
              </a:rPr>
              <a:t>)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774B71D-425F-1745-E015-0D28611A850A}"/>
              </a:ext>
            </a:extLst>
          </p:cNvPr>
          <p:cNvSpPr/>
          <p:nvPr/>
        </p:nvSpPr>
        <p:spPr>
          <a:xfrm>
            <a:off x="7863364" y="5374370"/>
            <a:ext cx="759771" cy="68131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ysClr val="windowText" lastClr="000000"/>
                </a:solidFill>
                <a:latin typeface="+mn-ea"/>
              </a:rPr>
              <a:t>級放</a:t>
            </a:r>
            <a:endParaRPr lang="en-US" altLang="zh-TW" sz="1400" dirty="0">
              <a:solidFill>
                <a:sysClr val="windowText" lastClr="000000"/>
              </a:solidFill>
              <a:latin typeface="+mn-ea"/>
            </a:endParaRPr>
          </a:p>
          <a:p>
            <a:pPr algn="ctr"/>
            <a:r>
              <a:rPr lang="en-US" altLang="zh-TW" sz="1400" dirty="0">
                <a:solidFill>
                  <a:sysClr val="windowText" lastClr="000000"/>
                </a:solidFill>
                <a:latin typeface="+mn-ea"/>
              </a:rPr>
              <a:t>(unit)</a:t>
            </a:r>
            <a:endParaRPr lang="zh-TW" altLang="en-US" sz="140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951EC50-FE28-B5A3-8D1C-3FD99203E7D8}"/>
              </a:ext>
            </a:extLst>
          </p:cNvPr>
          <p:cNvSpPr/>
          <p:nvPr/>
        </p:nvSpPr>
        <p:spPr>
          <a:xfrm>
            <a:off x="3469831" y="4641411"/>
            <a:ext cx="1837942" cy="365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 err="1">
                <a:solidFill>
                  <a:schemeClr val="tx1"/>
                </a:solidFill>
                <a:latin typeface="+mn-ea"/>
              </a:rPr>
              <a:t>PRG_Recipe.bPointRecipeR</a:t>
            </a:r>
            <a:r>
              <a:rPr lang="zh-TW" altLang="en-US" sz="1000" dirty="0">
                <a:solidFill>
                  <a:schemeClr val="tx1"/>
                </a:solidFill>
                <a:latin typeface="+mn-ea"/>
              </a:rPr>
              <a:t>觸發</a:t>
            </a:r>
            <a:endParaRPr lang="en-US" altLang="zh-TW" sz="10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0813E5D9-7E27-6662-4369-8C583768DB8D}"/>
              </a:ext>
            </a:extLst>
          </p:cNvPr>
          <p:cNvCxnSpPr>
            <a:cxnSpLocks/>
            <a:stCxn id="23" idx="3"/>
            <a:endCxn id="13" idx="1"/>
          </p:cNvCxnSpPr>
          <p:nvPr/>
        </p:nvCxnSpPr>
        <p:spPr>
          <a:xfrm flipV="1">
            <a:off x="6687273" y="5715029"/>
            <a:ext cx="1176091" cy="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7F12A37E-0D92-5027-5D32-4BF838E7B641}"/>
              </a:ext>
            </a:extLst>
          </p:cNvPr>
          <p:cNvSpPr txBox="1"/>
          <p:nvPr/>
        </p:nvSpPr>
        <p:spPr>
          <a:xfrm>
            <a:off x="6726574" y="5272547"/>
            <a:ext cx="1097489" cy="400110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>
                <a:latin typeface="+mn-ea"/>
              </a:rPr>
              <a:t>+(</a:t>
            </a:r>
            <a:r>
              <a:rPr lang="zh-TW" altLang="en-US" sz="1000" dirty="0">
                <a:latin typeface="+mn-ea"/>
              </a:rPr>
              <a:t>級放號數</a:t>
            </a:r>
            <a:r>
              <a:rPr lang="en-US" altLang="zh-TW" sz="1000" dirty="0">
                <a:latin typeface="+mn-ea"/>
              </a:rPr>
              <a:t>-</a:t>
            </a:r>
            <a:r>
              <a:rPr lang="zh-TW" altLang="en-US" sz="1000" dirty="0">
                <a:latin typeface="+mn-ea"/>
              </a:rPr>
              <a:t>標準號數</a:t>
            </a:r>
            <a:r>
              <a:rPr lang="en-US" altLang="zh-TW" sz="1000" dirty="0">
                <a:latin typeface="+mn-ea"/>
              </a:rPr>
              <a:t>)</a:t>
            </a:r>
            <a:r>
              <a:rPr lang="zh-TW" altLang="en-US" sz="1000" dirty="0">
                <a:latin typeface="+mn-ea"/>
              </a:rPr>
              <a:t>*級放值</a:t>
            </a:r>
            <a:endParaRPr lang="en-US" altLang="zh-TW" sz="1200" dirty="0">
              <a:latin typeface="+mn-ea"/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6120B5D3-62BA-7000-741F-CC9E3DE89BAF}"/>
              </a:ext>
            </a:extLst>
          </p:cNvPr>
          <p:cNvSpPr txBox="1"/>
          <p:nvPr/>
        </p:nvSpPr>
        <p:spPr>
          <a:xfrm>
            <a:off x="7470653" y="6098059"/>
            <a:ext cx="1545192" cy="246221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 err="1">
                <a:latin typeface="+mn-ea"/>
              </a:rPr>
              <a:t>PRG_Recipe.aPToInter</a:t>
            </a:r>
            <a:endParaRPr lang="en-US" altLang="zh-TW" sz="1000" dirty="0">
              <a:latin typeface="+mn-ea"/>
            </a:endParaRPr>
          </a:p>
        </p:txBody>
      </p: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636BB897-6129-DB80-AD1A-7C754CAF0CEB}"/>
              </a:ext>
            </a:extLst>
          </p:cNvPr>
          <p:cNvCxnSpPr>
            <a:cxnSpLocks/>
            <a:stCxn id="13" idx="3"/>
            <a:endCxn id="24" idx="1"/>
          </p:cNvCxnSpPr>
          <p:nvPr/>
        </p:nvCxnSpPr>
        <p:spPr>
          <a:xfrm flipV="1">
            <a:off x="8623135" y="5715028"/>
            <a:ext cx="718089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96628166-5B56-5BC3-CA47-3E1039664687}"/>
              </a:ext>
            </a:extLst>
          </p:cNvPr>
          <p:cNvSpPr/>
          <p:nvPr/>
        </p:nvSpPr>
        <p:spPr>
          <a:xfrm>
            <a:off x="9341224" y="5374369"/>
            <a:ext cx="896470" cy="681317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ysClr val="windowText" lastClr="000000"/>
                </a:solidFill>
                <a:latin typeface="+mn-ea"/>
              </a:rPr>
              <a:t>擦膠起始</a:t>
            </a:r>
            <a:endParaRPr lang="en-US" altLang="zh-TW" sz="1400" dirty="0">
              <a:solidFill>
                <a:sysClr val="windowText" lastClr="000000"/>
              </a:solidFill>
              <a:latin typeface="+mn-ea"/>
            </a:endParaRPr>
          </a:p>
          <a:p>
            <a:pPr algn="ctr"/>
            <a:r>
              <a:rPr lang="en-US" altLang="zh-TW" sz="1400" dirty="0">
                <a:solidFill>
                  <a:sysClr val="windowText" lastClr="000000"/>
                </a:solidFill>
                <a:latin typeface="+mn-ea"/>
              </a:rPr>
              <a:t>(unit)</a:t>
            </a:r>
            <a:endParaRPr lang="zh-TW" altLang="en-US" sz="140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DD734E14-E957-D858-0C57-6309A04B6C44}"/>
              </a:ext>
            </a:extLst>
          </p:cNvPr>
          <p:cNvSpPr txBox="1"/>
          <p:nvPr/>
        </p:nvSpPr>
        <p:spPr>
          <a:xfrm>
            <a:off x="9067364" y="6106204"/>
            <a:ext cx="1444189" cy="400110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 err="1"/>
              <a:t>PRG_MotionControl</a:t>
            </a:r>
            <a:r>
              <a:rPr lang="en-US" altLang="zh-TW" sz="1000" dirty="0"/>
              <a:t>.</a:t>
            </a:r>
          </a:p>
          <a:p>
            <a:pPr algn="ctr"/>
            <a:r>
              <a:rPr lang="en-US" altLang="zh-TW" sz="1000" dirty="0" err="1"/>
              <a:t>aReadTableBuffer</a:t>
            </a:r>
            <a:endParaRPr lang="en-US" altLang="zh-TW" sz="1000" dirty="0">
              <a:latin typeface="+mn-ea"/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83030D47-0E96-7D3E-22A0-222A8DFED7CA}"/>
              </a:ext>
            </a:extLst>
          </p:cNvPr>
          <p:cNvSpPr txBox="1"/>
          <p:nvPr/>
        </p:nvSpPr>
        <p:spPr>
          <a:xfrm>
            <a:off x="8658994" y="5426436"/>
            <a:ext cx="646371" cy="246221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>
                <a:latin typeface="+mn-ea"/>
              </a:rPr>
              <a:t>+</a:t>
            </a:r>
            <a:r>
              <a:rPr lang="zh-TW" altLang="en-US" sz="1000" dirty="0">
                <a:latin typeface="+mn-ea"/>
              </a:rPr>
              <a:t>偏移值</a:t>
            </a:r>
            <a:endParaRPr lang="en-US" altLang="zh-TW" sz="1200" dirty="0">
              <a:latin typeface="+mn-ea"/>
            </a:endParaRPr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034478D-2D55-EB2A-D9B5-B8C78F7403BA}"/>
              </a:ext>
            </a:extLst>
          </p:cNvPr>
          <p:cNvCxnSpPr>
            <a:cxnSpLocks/>
            <a:stCxn id="24" idx="3"/>
            <a:endCxn id="22" idx="1"/>
          </p:cNvCxnSpPr>
          <p:nvPr/>
        </p:nvCxnSpPr>
        <p:spPr>
          <a:xfrm>
            <a:off x="10237694" y="5715028"/>
            <a:ext cx="718089" cy="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4419CDE4-CE01-B2A9-93B8-F809A8B704C6}"/>
              </a:ext>
            </a:extLst>
          </p:cNvPr>
          <p:cNvSpPr/>
          <p:nvPr/>
        </p:nvSpPr>
        <p:spPr>
          <a:xfrm>
            <a:off x="10955783" y="5374372"/>
            <a:ext cx="896470" cy="681317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ysClr val="windowText" lastClr="000000"/>
                </a:solidFill>
                <a:latin typeface="+mn-ea"/>
              </a:rPr>
              <a:t>最終路徑</a:t>
            </a:r>
            <a:r>
              <a:rPr lang="en-US" altLang="zh-TW" sz="1400" dirty="0">
                <a:solidFill>
                  <a:sysClr val="windowText" lastClr="000000"/>
                </a:solidFill>
                <a:latin typeface="+mn-ea"/>
              </a:rPr>
              <a:t>(unit)</a:t>
            </a:r>
            <a:endParaRPr lang="zh-TW" altLang="en-US" sz="140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A42BE07A-A397-819D-86AB-413275EF0491}"/>
              </a:ext>
            </a:extLst>
          </p:cNvPr>
          <p:cNvSpPr txBox="1"/>
          <p:nvPr/>
        </p:nvSpPr>
        <p:spPr>
          <a:xfrm>
            <a:off x="10677153" y="4914814"/>
            <a:ext cx="1444189" cy="400110"/>
          </a:xfrm>
          <a:prstGeom prst="rect">
            <a:avLst/>
          </a:prstGeom>
          <a:solidFill>
            <a:schemeClr val="bg1"/>
          </a:solidFill>
          <a:ln w="28575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 err="1"/>
              <a:t>PRG_MotionControl</a:t>
            </a:r>
            <a:r>
              <a:rPr lang="en-US" altLang="zh-TW" sz="1000" dirty="0"/>
              <a:t>.</a:t>
            </a:r>
          </a:p>
          <a:p>
            <a:pPr algn="ctr"/>
            <a:r>
              <a:rPr lang="en-US" altLang="zh-TW" sz="1000" dirty="0" err="1"/>
              <a:t>aTableBuffer</a:t>
            </a:r>
            <a:endParaRPr lang="en-US" altLang="zh-TW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45541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10F1C-38F5-08AF-BC0B-8433DE7C6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EBFF13-EC3C-82D9-9636-7D6C5E74B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HMI</a:t>
            </a:r>
            <a:r>
              <a:rPr lang="zh-TW" altLang="en-US" dirty="0"/>
              <a:t>與</a:t>
            </a:r>
            <a:r>
              <a:rPr lang="en-US" altLang="zh-TW" dirty="0"/>
              <a:t>PLC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67412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B7E24-1F2F-AE46-5E32-7C23BC29F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6A74A8-E1F2-72D1-25A1-954E3B99E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solidFill>
                  <a:schemeClr val="accent1">
                    <a:lumMod val="50000"/>
                  </a:schemeClr>
                </a:solidFill>
              </a:rPr>
              <a:t>HMI</a:t>
            </a:r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</a:rPr>
              <a:t>與</a:t>
            </a:r>
            <a:r>
              <a:rPr lang="en-US" altLang="zh-TW" b="1" dirty="0">
                <a:solidFill>
                  <a:schemeClr val="accent1">
                    <a:lumMod val="50000"/>
                  </a:schemeClr>
                </a:solidFill>
              </a:rPr>
              <a:t>PLC</a:t>
            </a:r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</a:rPr>
              <a:t>座標轉換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049F7D7-7B78-47F2-C86E-CCA3ED3C6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1ED6-2F0F-48F9-9591-93C685731860}" type="datetime1">
              <a:rPr lang="zh-TW" altLang="en-US" smtClean="0"/>
              <a:t>2026/8/13</a:t>
            </a:fld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BA63F3B-1728-8999-FCA7-45C0C1115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012958" y="6352425"/>
            <a:ext cx="694427" cy="365125"/>
          </a:xfrm>
        </p:spPr>
        <p:txBody>
          <a:bodyPr/>
          <a:lstStyle/>
          <a:p>
            <a:fld id="{BAC6934B-0EEC-4147-BA4B-95101CD1EB90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86CEB94-F16C-500C-1257-B73A945033D3}"/>
              </a:ext>
            </a:extLst>
          </p:cNvPr>
          <p:cNvSpPr txBox="1"/>
          <p:nvPr/>
        </p:nvSpPr>
        <p:spPr>
          <a:xfrm>
            <a:off x="355123" y="850854"/>
            <a:ext cx="16818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各組座標系關係</a:t>
            </a:r>
            <a:r>
              <a:rPr lang="en-US" altLang="zh-TW" sz="16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:</a:t>
            </a:r>
            <a:endParaRPr lang="zh-TW" altLang="en-US" sz="1600" b="1" dirty="0">
              <a:solidFill>
                <a:schemeClr val="accent1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83B13D9-AFFF-3E28-11DB-6370EA686092}"/>
              </a:ext>
            </a:extLst>
          </p:cNvPr>
          <p:cNvSpPr txBox="1"/>
          <p:nvPr/>
        </p:nvSpPr>
        <p:spPr>
          <a:xfrm>
            <a:off x="10547557" y="639289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回目錄</a:t>
            </a:r>
            <a:endParaRPr lang="zh-TW" altLang="en-US" sz="1200" b="1" dirty="0">
              <a:solidFill>
                <a:schemeClr val="accent1">
                  <a:lumMod val="7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BC7BE031-4C98-F371-E56C-29CF385072A1}"/>
              </a:ext>
            </a:extLst>
          </p:cNvPr>
          <p:cNvGrpSpPr>
            <a:grpSpLocks noChangeAspect="1"/>
          </p:cNvGrpSpPr>
          <p:nvPr/>
        </p:nvGrpSpPr>
        <p:grpSpPr>
          <a:xfrm>
            <a:off x="4437691" y="1937229"/>
            <a:ext cx="2419498" cy="3710299"/>
            <a:chOff x="4437691" y="1937229"/>
            <a:chExt cx="2419498" cy="3710299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873FAF74-C04A-32AE-4A79-C904CAC1D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82" t="20940" r="44601" b="1565"/>
            <a:stretch>
              <a:fillRect/>
            </a:stretch>
          </p:blipFill>
          <p:spPr bwMode="auto">
            <a:xfrm flipH="1">
              <a:off x="4814048" y="1937229"/>
              <a:ext cx="1891552" cy="359399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" name="直線單箭頭接點 6">
              <a:extLst>
                <a:ext uri="{FF2B5EF4-FFF2-40B4-BE49-F238E27FC236}">
                  <a16:creationId xmlns:a16="http://schemas.microsoft.com/office/drawing/2014/main" id="{27DE7F40-7957-9482-D378-46600BFE52CE}"/>
                </a:ext>
              </a:extLst>
            </p:cNvPr>
            <p:cNvCxnSpPr>
              <a:cxnSpLocks/>
            </p:cNvCxnSpPr>
            <p:nvPr/>
          </p:nvCxnSpPr>
          <p:spPr>
            <a:xfrm>
              <a:off x="5559133" y="2142565"/>
              <a:ext cx="0" cy="3101788"/>
            </a:xfrm>
            <a:prstGeom prst="straightConnector1">
              <a:avLst/>
            </a:prstGeom>
            <a:ln w="571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3E8ADC6E-C595-36A1-8FD3-EB21A036D1E4}"/>
                </a:ext>
              </a:extLst>
            </p:cNvPr>
            <p:cNvCxnSpPr>
              <a:cxnSpLocks/>
            </p:cNvCxnSpPr>
            <p:nvPr/>
          </p:nvCxnSpPr>
          <p:spPr>
            <a:xfrm>
              <a:off x="5559133" y="2151530"/>
              <a:ext cx="760984" cy="0"/>
            </a:xfrm>
            <a:prstGeom prst="straightConnector1">
              <a:avLst/>
            </a:prstGeom>
            <a:ln w="57150">
              <a:solidFill>
                <a:schemeClr val="accent1">
                  <a:lumMod val="40000"/>
                  <a:lumOff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A958AE15-B93C-82F1-2184-2F1851C1AA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05082" y="2151530"/>
              <a:ext cx="754051" cy="0"/>
            </a:xfrm>
            <a:prstGeom prst="straightConnector1">
              <a:avLst/>
            </a:prstGeom>
            <a:ln w="57150">
              <a:solidFill>
                <a:srgbClr val="FF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34ED029F-ECDA-37D2-FB84-4FA4FC62F2EA}"/>
                </a:ext>
              </a:extLst>
            </p:cNvPr>
            <p:cNvSpPr txBox="1"/>
            <p:nvPr/>
          </p:nvSpPr>
          <p:spPr>
            <a:xfrm>
              <a:off x="4437691" y="1966864"/>
              <a:ext cx="328936" cy="36933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rgbClr val="FF00FF"/>
                  </a:solidFill>
                  <a:latin typeface="+mn-ea"/>
                </a:rPr>
                <a:t>X</a:t>
              </a:r>
              <a:endParaRPr lang="zh-TW" altLang="en-US" b="1" dirty="0">
                <a:solidFill>
                  <a:srgbClr val="FF00FF"/>
                </a:solidFill>
                <a:latin typeface="+mn-ea"/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41D8DFB2-96CE-C6EF-10D1-13E62585FB1F}"/>
                </a:ext>
              </a:extLst>
            </p:cNvPr>
            <p:cNvSpPr txBox="1"/>
            <p:nvPr/>
          </p:nvSpPr>
          <p:spPr>
            <a:xfrm>
              <a:off x="6391997" y="1966864"/>
              <a:ext cx="465192" cy="36933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rgbClr val="00B0F0"/>
                  </a:solidFill>
                  <a:latin typeface="+mn-ea"/>
                </a:rPr>
                <a:t>X2</a:t>
              </a:r>
              <a:endParaRPr lang="zh-TW" altLang="en-US" b="1" dirty="0">
                <a:solidFill>
                  <a:srgbClr val="00B0F0"/>
                </a:solidFill>
                <a:latin typeface="+mn-ea"/>
              </a:endParaRPr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82F1F984-BC39-7A4E-9FFA-84B613A026B4}"/>
                </a:ext>
              </a:extLst>
            </p:cNvPr>
            <p:cNvSpPr txBox="1"/>
            <p:nvPr/>
          </p:nvSpPr>
          <p:spPr>
            <a:xfrm>
              <a:off x="5399474" y="5278196"/>
              <a:ext cx="319318" cy="36933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rgbClr val="FFC000"/>
                  </a:solidFill>
                  <a:latin typeface="+mn-ea"/>
                </a:rPr>
                <a:t>Y</a:t>
              </a:r>
              <a:endParaRPr lang="zh-TW" altLang="en-US" b="1" dirty="0">
                <a:solidFill>
                  <a:srgbClr val="FFC000"/>
                </a:solidFill>
                <a:latin typeface="+mn-ea"/>
              </a:endParaRPr>
            </a:p>
          </p:txBody>
        </p:sp>
      </p:grp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730968B4-3018-84F9-7171-FF3F3ADFDF8F}"/>
              </a:ext>
            </a:extLst>
          </p:cNvPr>
          <p:cNvSpPr txBox="1"/>
          <p:nvPr/>
        </p:nvSpPr>
        <p:spPr>
          <a:xfrm>
            <a:off x="4613356" y="5682331"/>
            <a:ext cx="1891553" cy="73866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latin typeface="+mn-ea"/>
              </a:rPr>
              <a:t>總共有</a:t>
            </a:r>
            <a:r>
              <a:rPr lang="en-US" altLang="zh-TW" sz="1400" dirty="0">
                <a:latin typeface="+mn-ea"/>
              </a:rPr>
              <a:t>X/Y/X2</a:t>
            </a:r>
            <a:r>
              <a:rPr lang="zh-TW" altLang="en-US" sz="1400" dirty="0">
                <a:latin typeface="+mn-ea"/>
              </a:rPr>
              <a:t>軸三個軸向，在鞋面上分為兩組座標系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8BD8322E-8546-79A8-3657-5F86FF540BFA}"/>
              </a:ext>
            </a:extLst>
          </p:cNvPr>
          <p:cNvSpPr txBox="1"/>
          <p:nvPr/>
        </p:nvSpPr>
        <p:spPr>
          <a:xfrm>
            <a:off x="453316" y="1321753"/>
            <a:ext cx="3027022" cy="1169551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latin typeface="+mn-ea"/>
              </a:rPr>
              <a:t>實際鞋面</a:t>
            </a:r>
            <a:r>
              <a:rPr lang="en-US" altLang="zh-TW" sz="1400" dirty="0">
                <a:latin typeface="+mn-ea"/>
              </a:rPr>
              <a:t>1(mm) =</a:t>
            </a:r>
            <a:r>
              <a:rPr lang="zh-TW" altLang="en-US" sz="1400" dirty="0">
                <a:latin typeface="+mn-ea"/>
              </a:rPr>
              <a:t> </a:t>
            </a:r>
            <a:r>
              <a:rPr lang="en-US" altLang="zh-TW" sz="1400" dirty="0">
                <a:latin typeface="+mn-ea"/>
              </a:rPr>
              <a:t>AX</a:t>
            </a:r>
            <a:r>
              <a:rPr lang="zh-TW" altLang="en-US" sz="1400" dirty="0">
                <a:latin typeface="+mn-ea"/>
              </a:rPr>
              <a:t>控制器</a:t>
            </a:r>
            <a:r>
              <a:rPr lang="en-US" altLang="zh-TW" sz="1400" dirty="0">
                <a:latin typeface="+mn-ea"/>
              </a:rPr>
              <a:t>10(unit)</a:t>
            </a:r>
          </a:p>
          <a:p>
            <a:r>
              <a:rPr lang="zh-TW" altLang="en-US" sz="1400" dirty="0">
                <a:latin typeface="+mn-ea"/>
              </a:rPr>
              <a:t>人機</a:t>
            </a:r>
            <a:r>
              <a:rPr lang="en-US" altLang="zh-TW" sz="1400" dirty="0">
                <a:latin typeface="+mn-ea"/>
              </a:rPr>
              <a:t>1(pixel)        = AX</a:t>
            </a:r>
            <a:r>
              <a:rPr lang="zh-TW" altLang="en-US" sz="1400" dirty="0">
                <a:latin typeface="+mn-ea"/>
              </a:rPr>
              <a:t>控制器 </a:t>
            </a:r>
            <a:r>
              <a:rPr lang="en-US" altLang="zh-TW" sz="1400" dirty="0">
                <a:latin typeface="+mn-ea"/>
              </a:rPr>
              <a:t>5(unit)</a:t>
            </a:r>
          </a:p>
          <a:p>
            <a:r>
              <a:rPr lang="zh-TW" altLang="en-US" sz="1400" dirty="0">
                <a:latin typeface="+mn-ea"/>
              </a:rPr>
              <a:t>人機上</a:t>
            </a:r>
            <a:r>
              <a:rPr lang="en-US" altLang="zh-TW" sz="1400" dirty="0">
                <a:latin typeface="+mn-ea"/>
              </a:rPr>
              <a:t>Pixel</a:t>
            </a:r>
            <a:r>
              <a:rPr lang="zh-TW" altLang="en-US" sz="1400" dirty="0">
                <a:latin typeface="+mn-ea"/>
              </a:rPr>
              <a:t>的座標系</a:t>
            </a:r>
            <a:r>
              <a:rPr lang="en-US" altLang="zh-TW" sz="1400" dirty="0">
                <a:latin typeface="+mn-ea"/>
              </a:rPr>
              <a:t>:</a:t>
            </a:r>
            <a:br>
              <a:rPr lang="en-US" altLang="zh-TW" sz="1400" dirty="0">
                <a:latin typeface="+mn-ea"/>
              </a:rPr>
            </a:br>
            <a:r>
              <a:rPr lang="en-US" altLang="zh-TW" sz="1400" dirty="0">
                <a:latin typeface="+mn-ea"/>
              </a:rPr>
              <a:t>X</a:t>
            </a:r>
            <a:r>
              <a:rPr lang="zh-TW" altLang="en-US" sz="1400" dirty="0">
                <a:latin typeface="+mn-ea"/>
              </a:rPr>
              <a:t> </a:t>
            </a:r>
            <a:r>
              <a:rPr lang="en-US" altLang="zh-TW" sz="1400" dirty="0">
                <a:latin typeface="+mn-ea"/>
              </a:rPr>
              <a:t>=</a:t>
            </a:r>
            <a:r>
              <a:rPr lang="zh-TW" altLang="en-US" sz="1400" dirty="0">
                <a:latin typeface="+mn-ea"/>
              </a:rPr>
              <a:t> </a:t>
            </a:r>
            <a:r>
              <a:rPr lang="en-US" altLang="zh-TW" sz="1400" dirty="0">
                <a:latin typeface="+mn-ea"/>
              </a:rPr>
              <a:t>511(pixel)</a:t>
            </a:r>
          </a:p>
          <a:p>
            <a:r>
              <a:rPr lang="en-US" altLang="zh-TW" sz="1400" dirty="0">
                <a:latin typeface="+mn-ea"/>
              </a:rPr>
              <a:t>Y = 45(pixel)</a:t>
            </a:r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4C9CFB21-F8AC-6BC4-F749-406194DCA62B}"/>
              </a:ext>
            </a:extLst>
          </p:cNvPr>
          <p:cNvCxnSpPr>
            <a:cxnSpLocks/>
          </p:cNvCxnSpPr>
          <p:nvPr/>
        </p:nvCxnSpPr>
        <p:spPr>
          <a:xfrm>
            <a:off x="4047289" y="2851670"/>
            <a:ext cx="0" cy="3101788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DED7661B-5175-2028-D542-F20A323FC488}"/>
              </a:ext>
            </a:extLst>
          </p:cNvPr>
          <p:cNvCxnSpPr>
            <a:cxnSpLocks/>
          </p:cNvCxnSpPr>
          <p:nvPr/>
        </p:nvCxnSpPr>
        <p:spPr>
          <a:xfrm flipH="1">
            <a:off x="3293238" y="2860635"/>
            <a:ext cx="754051" cy="0"/>
          </a:xfrm>
          <a:prstGeom prst="straightConnector1">
            <a:avLst/>
          </a:prstGeom>
          <a:ln w="5715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E3E04490-96C2-B84C-E850-7549894A9725}"/>
              </a:ext>
            </a:extLst>
          </p:cNvPr>
          <p:cNvSpPr txBox="1"/>
          <p:nvPr/>
        </p:nvSpPr>
        <p:spPr>
          <a:xfrm>
            <a:off x="2988601" y="2675969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00FF"/>
                </a:solidFill>
                <a:latin typeface="+mn-ea"/>
              </a:rPr>
              <a:t>X</a:t>
            </a:r>
            <a:endParaRPr lang="zh-TW" altLang="en-US" b="1" dirty="0">
              <a:solidFill>
                <a:srgbClr val="FF00FF"/>
              </a:solidFill>
              <a:latin typeface="+mn-ea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5CEE15F0-A9C3-10FE-F918-301F84A591FF}"/>
              </a:ext>
            </a:extLst>
          </p:cNvPr>
          <p:cNvSpPr txBox="1"/>
          <p:nvPr/>
        </p:nvSpPr>
        <p:spPr>
          <a:xfrm>
            <a:off x="3887630" y="5997873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C000"/>
                </a:solidFill>
                <a:latin typeface="+mn-ea"/>
              </a:rPr>
              <a:t>Y</a:t>
            </a:r>
            <a:endParaRPr lang="zh-TW" altLang="en-US" b="1" dirty="0">
              <a:solidFill>
                <a:srgbClr val="FFC000"/>
              </a:solidFill>
              <a:latin typeface="+mn-ea"/>
            </a:endParaRPr>
          </a:p>
        </p:txBody>
      </p: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6D96D10B-8E16-B86F-9A2F-61F9352A5FE0}"/>
              </a:ext>
            </a:extLst>
          </p:cNvPr>
          <p:cNvCxnSpPr>
            <a:cxnSpLocks/>
          </p:cNvCxnSpPr>
          <p:nvPr/>
        </p:nvCxnSpPr>
        <p:spPr>
          <a:xfrm>
            <a:off x="7059123" y="2851670"/>
            <a:ext cx="0" cy="3101788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BB22D2EE-816B-3DAF-3933-8BA89913E0DD}"/>
              </a:ext>
            </a:extLst>
          </p:cNvPr>
          <p:cNvCxnSpPr>
            <a:cxnSpLocks/>
          </p:cNvCxnSpPr>
          <p:nvPr/>
        </p:nvCxnSpPr>
        <p:spPr>
          <a:xfrm>
            <a:off x="7059123" y="2860635"/>
            <a:ext cx="760984" cy="0"/>
          </a:xfrm>
          <a:prstGeom prst="straightConnector1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A5A77FB1-D739-0A59-9C95-1714941C5139}"/>
              </a:ext>
            </a:extLst>
          </p:cNvPr>
          <p:cNvSpPr txBox="1"/>
          <p:nvPr/>
        </p:nvSpPr>
        <p:spPr>
          <a:xfrm>
            <a:off x="7891987" y="2675969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00B0F0"/>
                </a:solidFill>
                <a:latin typeface="+mn-ea"/>
              </a:rPr>
              <a:t>X2</a:t>
            </a:r>
            <a:endParaRPr lang="zh-TW" altLang="en-US" b="1" dirty="0">
              <a:solidFill>
                <a:srgbClr val="00B0F0"/>
              </a:solidFill>
              <a:latin typeface="+mn-ea"/>
            </a:endParaRPr>
          </a:p>
        </p:txBody>
      </p:sp>
      <p:sp>
        <p:nvSpPr>
          <p:cNvPr id="36" name="橢圓 35">
            <a:extLst>
              <a:ext uri="{FF2B5EF4-FFF2-40B4-BE49-F238E27FC236}">
                <a16:creationId xmlns:a16="http://schemas.microsoft.com/office/drawing/2014/main" id="{971209BB-9159-9A6C-6ACD-509C0F1D0C75}"/>
              </a:ext>
            </a:extLst>
          </p:cNvPr>
          <p:cNvSpPr/>
          <p:nvPr/>
        </p:nvSpPr>
        <p:spPr>
          <a:xfrm>
            <a:off x="3485618" y="3734226"/>
            <a:ext cx="133236" cy="13323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7E997AAF-5B80-73D5-50FB-D694A3CDEF3B}"/>
              </a:ext>
            </a:extLst>
          </p:cNvPr>
          <p:cNvSpPr txBox="1"/>
          <p:nvPr/>
        </p:nvSpPr>
        <p:spPr>
          <a:xfrm>
            <a:off x="286084" y="3024804"/>
            <a:ext cx="237212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/>
              <a:t>假設透過馬達到位並將當前回授值丟回</a:t>
            </a:r>
            <a:r>
              <a:rPr lang="en-US" altLang="zh-TW" sz="1400" dirty="0"/>
              <a:t>AX(unit)</a:t>
            </a:r>
          </a:p>
          <a:p>
            <a:r>
              <a:rPr lang="zh-TW" altLang="en-US" sz="1400" dirty="0"/>
              <a:t>，快速校點後紅點座標為</a:t>
            </a:r>
            <a:r>
              <a:rPr lang="en-US" altLang="zh-TW" sz="1400" dirty="0"/>
              <a:t>(100,10)</a:t>
            </a:r>
            <a:r>
              <a:rPr lang="zh-TW" altLang="en-US" sz="1400" dirty="0"/>
              <a:t> </a:t>
            </a:r>
            <a:r>
              <a:rPr lang="en-US" altLang="zh-TW" sz="1400" dirty="0"/>
              <a:t>unit</a:t>
            </a:r>
            <a:r>
              <a:rPr lang="zh-TW" altLang="en-US" sz="1400" dirty="0"/>
              <a:t>，將座標轉換為</a:t>
            </a:r>
            <a:r>
              <a:rPr lang="en-US" altLang="zh-TW" sz="1400" dirty="0"/>
              <a:t>Pixel</a:t>
            </a:r>
            <a:r>
              <a:rPr lang="zh-TW" altLang="en-US" sz="1400" dirty="0"/>
              <a:t>公式如下</a:t>
            </a:r>
            <a:r>
              <a:rPr lang="en-US" altLang="zh-TW" sz="1400" dirty="0"/>
              <a:t>:</a:t>
            </a:r>
            <a:endParaRPr lang="zh-TW" altLang="en-US" sz="1400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BA3B0EDA-7C04-AF52-1353-77DD26813AC7}"/>
              </a:ext>
            </a:extLst>
          </p:cNvPr>
          <p:cNvSpPr txBox="1"/>
          <p:nvPr/>
        </p:nvSpPr>
        <p:spPr>
          <a:xfrm>
            <a:off x="286083" y="4727855"/>
            <a:ext cx="34308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X</a:t>
            </a:r>
            <a:r>
              <a:rPr lang="zh-TW" altLang="en-US" sz="1400" dirty="0"/>
              <a:t>軸</a:t>
            </a:r>
            <a:r>
              <a:rPr lang="en-US" altLang="zh-TW" sz="1400" dirty="0"/>
              <a:t>Pixel = 511(pixel)</a:t>
            </a:r>
            <a:r>
              <a:rPr lang="zh-TW" altLang="en-US" sz="1400" dirty="0"/>
              <a:t> </a:t>
            </a:r>
            <a:r>
              <a:rPr lang="en-US" altLang="zh-TW" sz="1400" dirty="0"/>
              <a:t>–</a:t>
            </a:r>
            <a:r>
              <a:rPr lang="zh-TW" altLang="en-US" sz="1400" dirty="0"/>
              <a:t> </a:t>
            </a:r>
            <a:r>
              <a:rPr lang="en-US" altLang="zh-TW" sz="1400" dirty="0"/>
              <a:t>(100(unit)/5(unit))</a:t>
            </a:r>
            <a:endParaRPr lang="zh-TW" altLang="en-US" sz="1400" dirty="0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67EB2307-EA43-78DB-1037-C33AA589972A}"/>
              </a:ext>
            </a:extLst>
          </p:cNvPr>
          <p:cNvSpPr txBox="1"/>
          <p:nvPr/>
        </p:nvSpPr>
        <p:spPr>
          <a:xfrm>
            <a:off x="280472" y="5120099"/>
            <a:ext cx="3436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Y</a:t>
            </a:r>
            <a:r>
              <a:rPr lang="zh-TW" altLang="en-US" sz="1400" dirty="0"/>
              <a:t>軸</a:t>
            </a:r>
            <a:r>
              <a:rPr lang="en-US" altLang="zh-TW" sz="1400" dirty="0"/>
              <a:t>Pixel = 45(pixel)</a:t>
            </a:r>
            <a:r>
              <a:rPr lang="zh-TW" altLang="en-US" sz="1400" dirty="0"/>
              <a:t> </a:t>
            </a:r>
            <a:r>
              <a:rPr lang="en-US" altLang="zh-TW" sz="1400" dirty="0"/>
              <a:t>+</a:t>
            </a:r>
            <a:r>
              <a:rPr lang="zh-TW" altLang="en-US" sz="1400" dirty="0"/>
              <a:t> </a:t>
            </a:r>
            <a:r>
              <a:rPr lang="en-US" altLang="zh-TW" sz="1400" dirty="0"/>
              <a:t>(10(unit)/5(unit))</a:t>
            </a:r>
            <a:endParaRPr lang="zh-TW" altLang="en-US" sz="1400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4846B1CE-ECF0-2D0B-5D59-A7045CA22187}"/>
              </a:ext>
            </a:extLst>
          </p:cNvPr>
          <p:cNvSpPr txBox="1"/>
          <p:nvPr/>
        </p:nvSpPr>
        <p:spPr>
          <a:xfrm>
            <a:off x="3670262" y="873648"/>
            <a:ext cx="7598372" cy="954107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latin typeface="+mn-ea"/>
              </a:rPr>
              <a:t>得出將實際座標轉換為人機上虛擬座標公式為</a:t>
            </a:r>
            <a:r>
              <a:rPr lang="en-US" altLang="zh-TW" sz="1400" dirty="0">
                <a:latin typeface="+mn-ea"/>
              </a:rPr>
              <a:t>:</a:t>
            </a:r>
            <a:br>
              <a:rPr lang="en-US" altLang="zh-TW" sz="1400" dirty="0">
                <a:latin typeface="+mn-ea"/>
              </a:rPr>
            </a:br>
            <a:r>
              <a:rPr lang="en-US" altLang="zh-TW" sz="1400" dirty="0">
                <a:latin typeface="+mn-ea"/>
              </a:rPr>
              <a:t>X(pixel) = </a:t>
            </a:r>
            <a:r>
              <a:rPr lang="zh-TW" altLang="en-US" sz="1400" dirty="0">
                <a:latin typeface="+mn-ea"/>
              </a:rPr>
              <a:t>人機</a:t>
            </a:r>
            <a:r>
              <a:rPr lang="en-US" altLang="zh-TW" sz="1400" dirty="0">
                <a:latin typeface="+mn-ea"/>
              </a:rPr>
              <a:t>Pixel</a:t>
            </a:r>
            <a:r>
              <a:rPr lang="zh-TW" altLang="en-US" sz="1400" dirty="0">
                <a:latin typeface="+mn-ea"/>
              </a:rPr>
              <a:t>的座標系</a:t>
            </a:r>
            <a:r>
              <a:rPr lang="en-US" altLang="zh-TW" sz="1400" dirty="0">
                <a:latin typeface="+mn-ea"/>
              </a:rPr>
              <a:t>X</a:t>
            </a:r>
            <a:r>
              <a:rPr lang="zh-TW" altLang="en-US" sz="1400" dirty="0">
                <a:latin typeface="+mn-ea"/>
              </a:rPr>
              <a:t>偏移量</a:t>
            </a:r>
            <a:r>
              <a:rPr lang="en-US" altLang="zh-TW" sz="1400" dirty="0">
                <a:latin typeface="+mn-ea"/>
              </a:rPr>
              <a:t>(pixel)</a:t>
            </a:r>
            <a:r>
              <a:rPr lang="zh-TW" altLang="en-US" sz="1400" dirty="0">
                <a:latin typeface="+mn-ea"/>
              </a:rPr>
              <a:t> </a:t>
            </a:r>
            <a:r>
              <a:rPr lang="en-US" altLang="zh-TW" sz="1400" dirty="0">
                <a:latin typeface="+mn-ea"/>
              </a:rPr>
              <a:t>–</a:t>
            </a:r>
            <a:r>
              <a:rPr lang="zh-TW" altLang="en-US" sz="1400" dirty="0">
                <a:latin typeface="+mn-ea"/>
              </a:rPr>
              <a:t> </a:t>
            </a:r>
            <a:r>
              <a:rPr lang="en-US" altLang="zh-TW" sz="1400" dirty="0">
                <a:latin typeface="+mn-ea"/>
              </a:rPr>
              <a:t>(AX</a:t>
            </a:r>
            <a:r>
              <a:rPr lang="zh-TW" altLang="en-US" sz="1400" dirty="0">
                <a:latin typeface="+mn-ea"/>
              </a:rPr>
              <a:t>回授值</a:t>
            </a:r>
            <a:r>
              <a:rPr lang="en-US" altLang="zh-TW" sz="1400" dirty="0">
                <a:latin typeface="+mn-ea"/>
              </a:rPr>
              <a:t>(unit)/AX</a:t>
            </a:r>
            <a:r>
              <a:rPr lang="zh-TW" altLang="en-US" sz="1400" dirty="0">
                <a:latin typeface="+mn-ea"/>
              </a:rPr>
              <a:t>回授值轉換</a:t>
            </a:r>
            <a:r>
              <a:rPr lang="en-US" altLang="zh-TW" sz="1400" dirty="0">
                <a:latin typeface="+mn-ea"/>
              </a:rPr>
              <a:t>Pixel</a:t>
            </a:r>
            <a:r>
              <a:rPr lang="zh-TW" altLang="en-US" sz="1400" dirty="0">
                <a:latin typeface="+mn-ea"/>
              </a:rPr>
              <a:t>倍率</a:t>
            </a:r>
            <a:r>
              <a:rPr lang="en-US" altLang="zh-TW" sz="1400" dirty="0">
                <a:latin typeface="+mn-ea"/>
              </a:rPr>
              <a:t>(unit))</a:t>
            </a:r>
          </a:p>
          <a:p>
            <a:r>
              <a:rPr lang="en-US" altLang="zh-TW" sz="1400" dirty="0">
                <a:latin typeface="+mn-ea"/>
              </a:rPr>
              <a:t>Y(pixel) = </a:t>
            </a:r>
            <a:r>
              <a:rPr lang="zh-TW" altLang="en-US" sz="1400" dirty="0">
                <a:latin typeface="+mn-ea"/>
              </a:rPr>
              <a:t>人機</a:t>
            </a:r>
            <a:r>
              <a:rPr lang="en-US" altLang="zh-TW" sz="1400" dirty="0">
                <a:latin typeface="+mn-ea"/>
              </a:rPr>
              <a:t>Pixel</a:t>
            </a:r>
            <a:r>
              <a:rPr lang="zh-TW" altLang="en-US" sz="1400" dirty="0">
                <a:latin typeface="+mn-ea"/>
              </a:rPr>
              <a:t>的座標系</a:t>
            </a:r>
            <a:r>
              <a:rPr lang="en-US" altLang="zh-TW" sz="1400" dirty="0">
                <a:latin typeface="+mn-ea"/>
              </a:rPr>
              <a:t>Y</a:t>
            </a:r>
            <a:r>
              <a:rPr lang="zh-TW" altLang="en-US" sz="1400" dirty="0">
                <a:latin typeface="+mn-ea"/>
              </a:rPr>
              <a:t>偏移量</a:t>
            </a:r>
            <a:r>
              <a:rPr lang="en-US" altLang="zh-TW" sz="1400" dirty="0">
                <a:latin typeface="+mn-ea"/>
              </a:rPr>
              <a:t>(pixel)</a:t>
            </a:r>
            <a:r>
              <a:rPr lang="zh-TW" altLang="en-US" sz="1400" dirty="0">
                <a:latin typeface="+mn-ea"/>
              </a:rPr>
              <a:t> </a:t>
            </a:r>
            <a:r>
              <a:rPr lang="en-US" altLang="zh-TW" sz="1400" dirty="0">
                <a:latin typeface="+mn-ea"/>
              </a:rPr>
              <a:t>+</a:t>
            </a:r>
            <a:r>
              <a:rPr lang="zh-TW" altLang="en-US" sz="1400" dirty="0">
                <a:latin typeface="+mn-ea"/>
              </a:rPr>
              <a:t> </a:t>
            </a:r>
            <a:r>
              <a:rPr lang="en-US" altLang="zh-TW" sz="1400" dirty="0">
                <a:latin typeface="+mn-ea"/>
              </a:rPr>
              <a:t>(AX</a:t>
            </a:r>
            <a:r>
              <a:rPr lang="zh-TW" altLang="en-US" sz="1400" dirty="0">
                <a:latin typeface="+mn-ea"/>
              </a:rPr>
              <a:t>回授值</a:t>
            </a:r>
            <a:r>
              <a:rPr lang="en-US" altLang="zh-TW" sz="1400" dirty="0">
                <a:latin typeface="+mn-ea"/>
              </a:rPr>
              <a:t>(unit)/AX</a:t>
            </a:r>
            <a:r>
              <a:rPr lang="zh-TW" altLang="en-US" sz="1400" dirty="0">
                <a:latin typeface="+mn-ea"/>
              </a:rPr>
              <a:t>回授值轉換</a:t>
            </a:r>
            <a:r>
              <a:rPr lang="en-US" altLang="zh-TW" sz="1400" dirty="0">
                <a:latin typeface="+mn-ea"/>
              </a:rPr>
              <a:t>Pixel</a:t>
            </a:r>
            <a:r>
              <a:rPr lang="zh-TW" altLang="en-US" sz="1400" dirty="0">
                <a:latin typeface="+mn-ea"/>
              </a:rPr>
              <a:t>倍率</a:t>
            </a:r>
            <a:r>
              <a:rPr lang="en-US" altLang="zh-TW" sz="1400" dirty="0">
                <a:latin typeface="+mn-ea"/>
              </a:rPr>
              <a:t>(unit))</a:t>
            </a:r>
          </a:p>
          <a:p>
            <a:r>
              <a:rPr lang="en-US" altLang="zh-TW" sz="1400" dirty="0">
                <a:latin typeface="+mn-ea"/>
              </a:rPr>
              <a:t>X2(pixel) = </a:t>
            </a:r>
            <a:r>
              <a:rPr lang="zh-TW" altLang="en-US" sz="1400" dirty="0">
                <a:latin typeface="+mn-ea"/>
              </a:rPr>
              <a:t>人機</a:t>
            </a:r>
            <a:r>
              <a:rPr lang="en-US" altLang="zh-TW" sz="1400" dirty="0">
                <a:latin typeface="+mn-ea"/>
              </a:rPr>
              <a:t>Pixel</a:t>
            </a:r>
            <a:r>
              <a:rPr lang="zh-TW" altLang="en-US" sz="1400" dirty="0">
                <a:latin typeface="+mn-ea"/>
              </a:rPr>
              <a:t>的座標系</a:t>
            </a:r>
            <a:r>
              <a:rPr lang="en-US" altLang="zh-TW" sz="1400" dirty="0">
                <a:latin typeface="+mn-ea"/>
              </a:rPr>
              <a:t>X</a:t>
            </a:r>
            <a:r>
              <a:rPr lang="zh-TW" altLang="en-US" sz="1400" dirty="0">
                <a:latin typeface="+mn-ea"/>
              </a:rPr>
              <a:t>偏移量</a:t>
            </a:r>
            <a:r>
              <a:rPr lang="en-US" altLang="zh-TW" sz="1400" dirty="0">
                <a:latin typeface="+mn-ea"/>
              </a:rPr>
              <a:t>(pixel)</a:t>
            </a:r>
            <a:r>
              <a:rPr lang="zh-TW" altLang="en-US" sz="1400" dirty="0">
                <a:latin typeface="+mn-ea"/>
              </a:rPr>
              <a:t> </a:t>
            </a:r>
            <a:r>
              <a:rPr lang="en-US" altLang="zh-TW" sz="1400" dirty="0">
                <a:latin typeface="+mn-ea"/>
              </a:rPr>
              <a:t>+</a:t>
            </a:r>
            <a:r>
              <a:rPr lang="zh-TW" altLang="en-US" sz="1400" dirty="0">
                <a:latin typeface="+mn-ea"/>
              </a:rPr>
              <a:t> </a:t>
            </a:r>
            <a:r>
              <a:rPr lang="en-US" altLang="zh-TW" sz="1400" dirty="0">
                <a:latin typeface="+mn-ea"/>
              </a:rPr>
              <a:t>(AX</a:t>
            </a:r>
            <a:r>
              <a:rPr lang="zh-TW" altLang="en-US" sz="1400" dirty="0">
                <a:latin typeface="+mn-ea"/>
              </a:rPr>
              <a:t>回授值</a:t>
            </a:r>
            <a:r>
              <a:rPr lang="en-US" altLang="zh-TW" sz="1400" dirty="0">
                <a:latin typeface="+mn-ea"/>
              </a:rPr>
              <a:t>(unit)/AX</a:t>
            </a:r>
            <a:r>
              <a:rPr lang="zh-TW" altLang="en-US" sz="1400" dirty="0">
                <a:latin typeface="+mn-ea"/>
              </a:rPr>
              <a:t>回授值轉換</a:t>
            </a:r>
            <a:r>
              <a:rPr lang="en-US" altLang="zh-TW" sz="1400" dirty="0">
                <a:latin typeface="+mn-ea"/>
              </a:rPr>
              <a:t>Pixel</a:t>
            </a:r>
            <a:r>
              <a:rPr lang="zh-TW" altLang="en-US" sz="1400" dirty="0">
                <a:latin typeface="+mn-ea"/>
              </a:rPr>
              <a:t>倍率</a:t>
            </a:r>
            <a:r>
              <a:rPr lang="en-US" altLang="zh-TW" sz="1400" dirty="0">
                <a:latin typeface="+mn-ea"/>
              </a:rPr>
              <a:t>(unit))</a:t>
            </a: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48EEDD65-73A7-9A34-2B25-5E3AE50DD364}"/>
              </a:ext>
            </a:extLst>
          </p:cNvPr>
          <p:cNvSpPr txBox="1"/>
          <p:nvPr/>
        </p:nvSpPr>
        <p:spPr>
          <a:xfrm>
            <a:off x="6899464" y="5997873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C000"/>
                </a:solidFill>
                <a:latin typeface="+mn-ea"/>
              </a:rPr>
              <a:t>Y</a:t>
            </a:r>
            <a:endParaRPr lang="zh-TW" altLang="en-US" b="1" dirty="0">
              <a:solidFill>
                <a:srgbClr val="FFC000"/>
              </a:solidFill>
              <a:latin typeface="+mn-ea"/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6AE889AF-4864-1CED-3106-6AA8993C52AD}"/>
              </a:ext>
            </a:extLst>
          </p:cNvPr>
          <p:cNvSpPr/>
          <p:nvPr/>
        </p:nvSpPr>
        <p:spPr>
          <a:xfrm>
            <a:off x="7613338" y="4229400"/>
            <a:ext cx="133236" cy="13323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75A6695D-D8DF-5D6D-F03F-DC66FCD60553}"/>
              </a:ext>
            </a:extLst>
          </p:cNvPr>
          <p:cNvSpPr txBox="1"/>
          <p:nvPr/>
        </p:nvSpPr>
        <p:spPr>
          <a:xfrm>
            <a:off x="8498601" y="3022996"/>
            <a:ext cx="237212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/>
              <a:t>假設透過馬達到位並將當前回授值丟回</a:t>
            </a:r>
            <a:r>
              <a:rPr lang="en-US" altLang="zh-TW" sz="1400" dirty="0"/>
              <a:t>AX(unit)</a:t>
            </a:r>
          </a:p>
          <a:p>
            <a:r>
              <a:rPr lang="zh-TW" altLang="en-US" sz="1400" dirty="0"/>
              <a:t>，快速校點後紅點座標為</a:t>
            </a:r>
            <a:r>
              <a:rPr lang="en-US" altLang="zh-TW" sz="1400" dirty="0"/>
              <a:t>(600,40)</a:t>
            </a:r>
            <a:r>
              <a:rPr lang="zh-TW" altLang="en-US" sz="1400" dirty="0"/>
              <a:t> </a:t>
            </a:r>
            <a:r>
              <a:rPr lang="en-US" altLang="zh-TW" sz="1400" dirty="0"/>
              <a:t>unit</a:t>
            </a:r>
            <a:r>
              <a:rPr lang="zh-TW" altLang="en-US" sz="1400" dirty="0"/>
              <a:t>，將座標轉換為</a:t>
            </a:r>
            <a:r>
              <a:rPr lang="en-US" altLang="zh-TW" sz="1400" dirty="0"/>
              <a:t>Pixel</a:t>
            </a:r>
            <a:r>
              <a:rPr lang="zh-TW" altLang="en-US" sz="1400" dirty="0"/>
              <a:t>公式如下</a:t>
            </a:r>
            <a:r>
              <a:rPr lang="en-US" altLang="zh-TW" sz="1400" dirty="0"/>
              <a:t>:</a:t>
            </a:r>
            <a:endParaRPr lang="zh-TW" altLang="en-US" sz="1400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7E895D78-D02F-CFC6-30F9-6BC189F95982}"/>
              </a:ext>
            </a:extLst>
          </p:cNvPr>
          <p:cNvSpPr txBox="1"/>
          <p:nvPr/>
        </p:nvSpPr>
        <p:spPr>
          <a:xfrm>
            <a:off x="8498601" y="4727854"/>
            <a:ext cx="34995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X2</a:t>
            </a:r>
            <a:r>
              <a:rPr lang="zh-TW" altLang="en-US" sz="1400" dirty="0"/>
              <a:t>軸</a:t>
            </a:r>
            <a:r>
              <a:rPr lang="en-US" altLang="zh-TW" sz="1400" dirty="0"/>
              <a:t>Pixel = 511(pixel)</a:t>
            </a:r>
            <a:r>
              <a:rPr lang="zh-TW" altLang="en-US" sz="1400" dirty="0"/>
              <a:t> </a:t>
            </a:r>
            <a:r>
              <a:rPr lang="en-US" altLang="zh-TW" sz="1400" dirty="0"/>
              <a:t>+</a:t>
            </a:r>
            <a:r>
              <a:rPr lang="zh-TW" altLang="en-US" sz="1400" dirty="0"/>
              <a:t> </a:t>
            </a:r>
            <a:r>
              <a:rPr lang="en-US" altLang="zh-TW" sz="1400" dirty="0"/>
              <a:t>(600(unit)/5(unit))</a:t>
            </a:r>
            <a:endParaRPr lang="zh-TW" altLang="en-US" sz="1400" dirty="0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ED293758-D422-7D8B-A5BF-4EE4227C048B}"/>
              </a:ext>
            </a:extLst>
          </p:cNvPr>
          <p:cNvSpPr txBox="1"/>
          <p:nvPr/>
        </p:nvSpPr>
        <p:spPr>
          <a:xfrm>
            <a:off x="8498601" y="5120099"/>
            <a:ext cx="3436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Y</a:t>
            </a:r>
            <a:r>
              <a:rPr lang="zh-TW" altLang="en-US" sz="1400" dirty="0"/>
              <a:t>軸</a:t>
            </a:r>
            <a:r>
              <a:rPr lang="en-US" altLang="zh-TW" sz="1400" dirty="0"/>
              <a:t>Pixel = 45(pixel)</a:t>
            </a:r>
            <a:r>
              <a:rPr lang="zh-TW" altLang="en-US" sz="1400" dirty="0"/>
              <a:t> </a:t>
            </a:r>
            <a:r>
              <a:rPr lang="en-US" altLang="zh-TW" sz="1400" dirty="0"/>
              <a:t>+</a:t>
            </a:r>
            <a:r>
              <a:rPr lang="zh-TW" altLang="en-US" sz="1400" dirty="0"/>
              <a:t> </a:t>
            </a:r>
            <a:r>
              <a:rPr lang="en-US" altLang="zh-TW" sz="1400" dirty="0"/>
              <a:t>(40(unit)/5(unit))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35596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1420093"/>
      </p:ext>
    </p:extLst>
  </p:cSld>
  <p:clrMapOvr>
    <a:masterClrMapping/>
  </p:clrMapOvr>
</p:sld>
</file>

<file path=ppt/theme/theme1.xml><?xml version="1.0" encoding="utf-8"?>
<a:theme xmlns:a="http://schemas.openxmlformats.org/drawingml/2006/main" name="USE Template_V1">
  <a:themeElements>
    <a:clrScheme name="USE Color Pallet">
      <a:dk1>
        <a:srgbClr val="000000"/>
      </a:dk1>
      <a:lt1>
        <a:srgbClr val="FFFFFF"/>
      </a:lt1>
      <a:dk2>
        <a:srgbClr val="D1D1D1"/>
      </a:dk2>
      <a:lt2>
        <a:srgbClr val="AFB9CA"/>
      </a:lt2>
      <a:accent1>
        <a:srgbClr val="0069B7"/>
      </a:accent1>
      <a:accent2>
        <a:srgbClr val="46525A"/>
      </a:accent2>
      <a:accent3>
        <a:srgbClr val="AACCDD"/>
      </a:accent3>
      <a:accent4>
        <a:srgbClr val="E7E7E7"/>
      </a:accent4>
      <a:accent5>
        <a:srgbClr val="AEDF4D"/>
      </a:accent5>
      <a:accent6>
        <a:srgbClr val="6E9DC2"/>
      </a:accent6>
      <a:hlink>
        <a:srgbClr val="25C6E3"/>
      </a:hlink>
      <a:folHlink>
        <a:srgbClr val="25C6E3"/>
      </a:folHlink>
    </a:clrScheme>
    <a:fontScheme name="USE_202305">
      <a:majorFont>
        <a:latin typeface="Arial"/>
        <a:ea typeface="Noto Sans TC Medium"/>
        <a:cs typeface=""/>
      </a:majorFont>
      <a:minorFont>
        <a:latin typeface="Arial"/>
        <a:ea typeface="Noto Sans T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15618</TotalTime>
  <Words>1906</Words>
  <Application>Microsoft Office PowerPoint</Application>
  <PresentationFormat>寬螢幕</PresentationFormat>
  <Paragraphs>233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7" baseType="lpstr">
      <vt:lpstr>Noto Sans CJK TC Medium</vt:lpstr>
      <vt:lpstr>Noto Sans TC</vt:lpstr>
      <vt:lpstr>Noto Sans TC Medium</vt:lpstr>
      <vt:lpstr>Arial</vt:lpstr>
      <vt:lpstr>Wingdings</vt:lpstr>
      <vt:lpstr>USE Template_V1</vt:lpstr>
      <vt:lpstr>壓幫機視覺改造案座標轉換資訊</vt:lpstr>
      <vt:lpstr>視覺與HMI</vt:lpstr>
      <vt:lpstr>視覺與HMI座標轉換</vt:lpstr>
      <vt:lpstr>控制器與HMI座標轉換</vt:lpstr>
      <vt:lpstr>控制器與HMI座標轉換</vt:lpstr>
      <vt:lpstr>控制器級放</vt:lpstr>
      <vt:lpstr>偏移至擦膠點</vt:lpstr>
      <vt:lpstr>最終擦膠位置</vt:lpstr>
      <vt:lpstr>HMI與PLC</vt:lpstr>
      <vt:lpstr>HMI與PLC座標轉換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keywords/>
  <cp:lastModifiedBy>黃富求</cp:lastModifiedBy>
  <cp:revision>38</cp:revision>
  <dcterms:created xsi:type="dcterms:W3CDTF">2016-03-16T11:05:12Z</dcterms:created>
  <dcterms:modified xsi:type="dcterms:W3CDTF">2026-08-13T03:45:40Z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2023-10-16T10:41:03Z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b18826c7-d766-4c27-9f01-ba3463f603b2</vt:lpwstr>
  </property>
  <property fmtid="{D5CDD505-2E9C-101B-9397-08002B2CF9AE}" pid="7" name="MSIP_Label_defa4170-0d19-0005-0004-bc88714345d2_ActionId">
    <vt:lpwstr>7628181c-ea11-4266-97e3-f5e74bb2c5a6</vt:lpwstr>
  </property>
  <property fmtid="{D5CDD505-2E9C-101B-9397-08002B2CF9AE}" pid="8" name="MSIP_Label_defa4170-0d19-0005-0004-bc88714345d2_ContentBits">
    <vt:lpwstr>0</vt:lpwstr>
  </property>
</Properties>
</file>